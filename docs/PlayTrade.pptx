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04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84" r:id="rId11"/>
    <p:sldId id="285" r:id="rId12"/>
    <p:sldId id="268" r:id="rId13"/>
    <p:sldId id="269" r:id="rId14"/>
    <p:sldId id="270" r:id="rId15"/>
    <p:sldId id="271" r:id="rId16"/>
    <p:sldId id="272" r:id="rId17"/>
    <p:sldId id="286" r:id="rId18"/>
    <p:sldId id="275" r:id="rId19"/>
    <p:sldId id="287" r:id="rId20"/>
    <p:sldId id="288" r:id="rId21"/>
    <p:sldId id="277" r:id="rId22"/>
    <p:sldId id="280" r:id="rId23"/>
    <p:sldId id="281" r:id="rId24"/>
    <p:sldId id="289" r:id="rId25"/>
    <p:sldId id="283" r:id="rId26"/>
    <p:sldId id="290" r:id="rId27"/>
    <p:sldId id="292" r:id="rId28"/>
    <p:sldId id="293" r:id="rId29"/>
    <p:sldId id="294" r:id="rId30"/>
    <p:sldId id="297" r:id="rId31"/>
    <p:sldId id="298" r:id="rId32"/>
    <p:sldId id="296" r:id="rId33"/>
    <p:sldId id="301" r:id="rId34"/>
    <p:sldId id="302" r:id="rId35"/>
    <p:sldId id="303" r:id="rId36"/>
    <p:sldId id="300" r:id="rId37"/>
    <p:sldId id="308" r:id="rId38"/>
    <p:sldId id="306" r:id="rId39"/>
    <p:sldId id="307" r:id="rId4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DB164-A6BD-4929-9D6A-259FFE15BF9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53A4C11-A3AC-4E2C-A062-5AEF449221BD}">
      <dgm:prSet/>
      <dgm:spPr/>
      <dgm:t>
        <a:bodyPr/>
        <a:lstStyle/>
        <a:p>
          <a:r>
            <a:rPr lang="hr-HR"/>
            <a:t>Web aplikacija za razmjenu drustvenih igara</a:t>
          </a:r>
          <a:endParaRPr lang="en-US"/>
        </a:p>
      </dgm:t>
    </dgm:pt>
    <dgm:pt modelId="{4B13B27C-BCD1-4220-BD79-C696254E75C0}" type="parTrans" cxnId="{E84DAF28-BF1E-4AA0-AE08-E25E0CF832ED}">
      <dgm:prSet/>
      <dgm:spPr/>
      <dgm:t>
        <a:bodyPr/>
        <a:lstStyle/>
        <a:p>
          <a:endParaRPr lang="en-US"/>
        </a:p>
      </dgm:t>
    </dgm:pt>
    <dgm:pt modelId="{7E945176-0366-4B2A-BB07-AAFDF3B06A55}" type="sibTrans" cxnId="{E84DAF28-BF1E-4AA0-AE08-E25E0CF832ED}">
      <dgm:prSet/>
      <dgm:spPr/>
      <dgm:t>
        <a:bodyPr/>
        <a:lstStyle/>
        <a:p>
          <a:endParaRPr lang="en-US"/>
        </a:p>
      </dgm:t>
    </dgm:pt>
    <dgm:pt modelId="{A4927E37-8E93-459E-8B9D-DBB4FDE9B25F}">
      <dgm:prSet/>
      <dgm:spPr/>
      <dgm:t>
        <a:bodyPr/>
        <a:lstStyle/>
        <a:p>
          <a:r>
            <a:rPr lang="hr-HR"/>
            <a:t>Korisnici objavljuju svoje igre</a:t>
          </a:r>
          <a:endParaRPr lang="en-US"/>
        </a:p>
      </dgm:t>
    </dgm:pt>
    <dgm:pt modelId="{CFFF674B-76B3-4D5A-9281-7258BC104137}" type="parTrans" cxnId="{A4563091-9BDF-4BA7-86FB-00CC3F6CE7A6}">
      <dgm:prSet/>
      <dgm:spPr/>
      <dgm:t>
        <a:bodyPr/>
        <a:lstStyle/>
        <a:p>
          <a:endParaRPr lang="en-US"/>
        </a:p>
      </dgm:t>
    </dgm:pt>
    <dgm:pt modelId="{109A9FEE-E527-452D-9B3D-28E214EFEFFE}" type="sibTrans" cxnId="{A4563091-9BDF-4BA7-86FB-00CC3F6CE7A6}">
      <dgm:prSet/>
      <dgm:spPr/>
      <dgm:t>
        <a:bodyPr/>
        <a:lstStyle/>
        <a:p>
          <a:endParaRPr lang="en-US"/>
        </a:p>
      </dgm:t>
    </dgm:pt>
    <dgm:pt modelId="{57703322-A841-4C72-AA40-34FEC5E811AE}">
      <dgm:prSet/>
      <dgm:spPr/>
      <dgm:t>
        <a:bodyPr/>
        <a:lstStyle/>
        <a:p>
          <a:r>
            <a:rPr lang="hr-HR"/>
            <a:t>Nude zamjene drugim korisnicima</a:t>
          </a:r>
          <a:endParaRPr lang="en-US"/>
        </a:p>
      </dgm:t>
    </dgm:pt>
    <dgm:pt modelId="{04F569B6-1F60-43BD-9D97-B919E8F47439}" type="parTrans" cxnId="{A2DA6199-E266-490A-836E-EA173064849B}">
      <dgm:prSet/>
      <dgm:spPr/>
      <dgm:t>
        <a:bodyPr/>
        <a:lstStyle/>
        <a:p>
          <a:endParaRPr lang="en-US"/>
        </a:p>
      </dgm:t>
    </dgm:pt>
    <dgm:pt modelId="{DDC2B1D3-FA01-451B-BC09-B5B452D5D8B8}" type="sibTrans" cxnId="{A2DA6199-E266-490A-836E-EA173064849B}">
      <dgm:prSet/>
      <dgm:spPr/>
      <dgm:t>
        <a:bodyPr/>
        <a:lstStyle/>
        <a:p>
          <a:endParaRPr lang="en-US"/>
        </a:p>
      </dgm:t>
    </dgm:pt>
    <dgm:pt modelId="{37560EA7-4A19-4769-96A8-1FC3F74753BF}">
      <dgm:prSet/>
      <dgm:spPr/>
      <dgm:t>
        <a:bodyPr/>
        <a:lstStyle/>
        <a:p>
          <a:r>
            <a:rPr lang="hr-HR"/>
            <a:t>Administratori nadgledaju sadrzaj </a:t>
          </a:r>
          <a:endParaRPr lang="en-US"/>
        </a:p>
      </dgm:t>
    </dgm:pt>
    <dgm:pt modelId="{E6A4FD39-A551-45E2-8BE9-E03BFC5E27C1}" type="parTrans" cxnId="{6CF4159A-FA35-40E8-BE64-0C1FCA5BC647}">
      <dgm:prSet/>
      <dgm:spPr/>
      <dgm:t>
        <a:bodyPr/>
        <a:lstStyle/>
        <a:p>
          <a:endParaRPr lang="en-US"/>
        </a:p>
      </dgm:t>
    </dgm:pt>
    <dgm:pt modelId="{781E33C6-2732-4558-B7EC-4963DA25143F}" type="sibTrans" cxnId="{6CF4159A-FA35-40E8-BE64-0C1FCA5BC647}">
      <dgm:prSet/>
      <dgm:spPr/>
      <dgm:t>
        <a:bodyPr/>
        <a:lstStyle/>
        <a:p>
          <a:endParaRPr lang="en-US"/>
        </a:p>
      </dgm:t>
    </dgm:pt>
    <dgm:pt modelId="{6CA38BB2-D9EE-47DD-930D-3B4C8D30C414}" type="pres">
      <dgm:prSet presAssocID="{BDADB164-A6BD-4929-9D6A-259FFE15BF9A}" presName="Name0" presStyleCnt="0">
        <dgm:presLayoutVars>
          <dgm:dir/>
          <dgm:animLvl val="lvl"/>
          <dgm:resizeHandles val="exact"/>
        </dgm:presLayoutVars>
      </dgm:prSet>
      <dgm:spPr/>
    </dgm:pt>
    <dgm:pt modelId="{CD7AED0B-8C0F-458D-9C82-3B12266A5E86}" type="pres">
      <dgm:prSet presAssocID="{053A4C11-A3AC-4E2C-A062-5AEF449221BD}" presName="linNode" presStyleCnt="0"/>
      <dgm:spPr/>
    </dgm:pt>
    <dgm:pt modelId="{6752B75B-1E78-4046-9905-BD142827FA26}" type="pres">
      <dgm:prSet presAssocID="{053A4C11-A3AC-4E2C-A062-5AEF449221B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9C2B143-EEAA-4E84-B32F-BC28103EA710}" type="pres">
      <dgm:prSet presAssocID="{7E945176-0366-4B2A-BB07-AAFDF3B06A55}" presName="sp" presStyleCnt="0"/>
      <dgm:spPr/>
    </dgm:pt>
    <dgm:pt modelId="{6B4B76C0-6572-428A-9BA8-1BD39B3BB488}" type="pres">
      <dgm:prSet presAssocID="{A4927E37-8E93-459E-8B9D-DBB4FDE9B25F}" presName="linNode" presStyleCnt="0"/>
      <dgm:spPr/>
    </dgm:pt>
    <dgm:pt modelId="{2151A9FA-53AC-4293-852A-5C3AA3C83C76}" type="pres">
      <dgm:prSet presAssocID="{A4927E37-8E93-459E-8B9D-DBB4FDE9B25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88CB8F2-7E6A-4456-B3D4-6FD62D77D8B9}" type="pres">
      <dgm:prSet presAssocID="{109A9FEE-E527-452D-9B3D-28E214EFEFFE}" presName="sp" presStyleCnt="0"/>
      <dgm:spPr/>
    </dgm:pt>
    <dgm:pt modelId="{C6D229F1-4961-4E1C-8FF5-7A53F28A32A4}" type="pres">
      <dgm:prSet presAssocID="{57703322-A841-4C72-AA40-34FEC5E811AE}" presName="linNode" presStyleCnt="0"/>
      <dgm:spPr/>
    </dgm:pt>
    <dgm:pt modelId="{B7F7F072-BE66-4DEE-966D-D4D08EAC5420}" type="pres">
      <dgm:prSet presAssocID="{57703322-A841-4C72-AA40-34FEC5E811A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EDEE619-088C-4FBA-A8B0-E153D25D161D}" type="pres">
      <dgm:prSet presAssocID="{DDC2B1D3-FA01-451B-BC09-B5B452D5D8B8}" presName="sp" presStyleCnt="0"/>
      <dgm:spPr/>
    </dgm:pt>
    <dgm:pt modelId="{B2981508-7E57-4E90-9D59-1942C7A38811}" type="pres">
      <dgm:prSet presAssocID="{37560EA7-4A19-4769-96A8-1FC3F74753BF}" presName="linNode" presStyleCnt="0"/>
      <dgm:spPr/>
    </dgm:pt>
    <dgm:pt modelId="{1D687551-1E8D-4E82-A4BE-840B126AB30B}" type="pres">
      <dgm:prSet presAssocID="{37560EA7-4A19-4769-96A8-1FC3F74753B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E84DAF28-BF1E-4AA0-AE08-E25E0CF832ED}" srcId="{BDADB164-A6BD-4929-9D6A-259FFE15BF9A}" destId="{053A4C11-A3AC-4E2C-A062-5AEF449221BD}" srcOrd="0" destOrd="0" parTransId="{4B13B27C-BCD1-4220-BD79-C696254E75C0}" sibTransId="{7E945176-0366-4B2A-BB07-AAFDF3B06A55}"/>
    <dgm:cxn modelId="{B5469429-7330-498C-8A46-241CE79678D5}" type="presOf" srcId="{BDADB164-A6BD-4929-9D6A-259FFE15BF9A}" destId="{6CA38BB2-D9EE-47DD-930D-3B4C8D30C414}" srcOrd="0" destOrd="0" presId="urn:microsoft.com/office/officeart/2005/8/layout/vList5"/>
    <dgm:cxn modelId="{B2BEF176-B852-4E10-AB25-7A4B4F5DF997}" type="presOf" srcId="{57703322-A841-4C72-AA40-34FEC5E811AE}" destId="{B7F7F072-BE66-4DEE-966D-D4D08EAC5420}" srcOrd="0" destOrd="0" presId="urn:microsoft.com/office/officeart/2005/8/layout/vList5"/>
    <dgm:cxn modelId="{A4563091-9BDF-4BA7-86FB-00CC3F6CE7A6}" srcId="{BDADB164-A6BD-4929-9D6A-259FFE15BF9A}" destId="{A4927E37-8E93-459E-8B9D-DBB4FDE9B25F}" srcOrd="1" destOrd="0" parTransId="{CFFF674B-76B3-4D5A-9281-7258BC104137}" sibTransId="{109A9FEE-E527-452D-9B3D-28E214EFEFFE}"/>
    <dgm:cxn modelId="{A2DA6199-E266-490A-836E-EA173064849B}" srcId="{BDADB164-A6BD-4929-9D6A-259FFE15BF9A}" destId="{57703322-A841-4C72-AA40-34FEC5E811AE}" srcOrd="2" destOrd="0" parTransId="{04F569B6-1F60-43BD-9D97-B919E8F47439}" sibTransId="{DDC2B1D3-FA01-451B-BC09-B5B452D5D8B8}"/>
    <dgm:cxn modelId="{6CF4159A-FA35-40E8-BE64-0C1FCA5BC647}" srcId="{BDADB164-A6BD-4929-9D6A-259FFE15BF9A}" destId="{37560EA7-4A19-4769-96A8-1FC3F74753BF}" srcOrd="3" destOrd="0" parTransId="{E6A4FD39-A551-45E2-8BE9-E03BFC5E27C1}" sibTransId="{781E33C6-2732-4558-B7EC-4963DA25143F}"/>
    <dgm:cxn modelId="{F1FF9CAF-462B-4D7B-9C94-B09FDEFE13CC}" type="presOf" srcId="{A4927E37-8E93-459E-8B9D-DBB4FDE9B25F}" destId="{2151A9FA-53AC-4293-852A-5C3AA3C83C76}" srcOrd="0" destOrd="0" presId="urn:microsoft.com/office/officeart/2005/8/layout/vList5"/>
    <dgm:cxn modelId="{D956B4CE-E157-40D5-B2A4-2A3A8647D774}" type="presOf" srcId="{37560EA7-4A19-4769-96A8-1FC3F74753BF}" destId="{1D687551-1E8D-4E82-A4BE-840B126AB30B}" srcOrd="0" destOrd="0" presId="urn:microsoft.com/office/officeart/2005/8/layout/vList5"/>
    <dgm:cxn modelId="{539298DC-AF31-4739-9ADB-C9928BFE837E}" type="presOf" srcId="{053A4C11-A3AC-4E2C-A062-5AEF449221BD}" destId="{6752B75B-1E78-4046-9905-BD142827FA26}" srcOrd="0" destOrd="0" presId="urn:microsoft.com/office/officeart/2005/8/layout/vList5"/>
    <dgm:cxn modelId="{4F8B86F4-42ED-472A-84DC-E292920059F7}" type="presParOf" srcId="{6CA38BB2-D9EE-47DD-930D-3B4C8D30C414}" destId="{CD7AED0B-8C0F-458D-9C82-3B12266A5E86}" srcOrd="0" destOrd="0" presId="urn:microsoft.com/office/officeart/2005/8/layout/vList5"/>
    <dgm:cxn modelId="{BCBC7D75-4FAF-4E86-8D43-4B6E92F80E57}" type="presParOf" srcId="{CD7AED0B-8C0F-458D-9C82-3B12266A5E86}" destId="{6752B75B-1E78-4046-9905-BD142827FA26}" srcOrd="0" destOrd="0" presId="urn:microsoft.com/office/officeart/2005/8/layout/vList5"/>
    <dgm:cxn modelId="{4173BFD8-1702-4B80-AF45-3B6F3F8834AD}" type="presParOf" srcId="{6CA38BB2-D9EE-47DD-930D-3B4C8D30C414}" destId="{99C2B143-EEAA-4E84-B32F-BC28103EA710}" srcOrd="1" destOrd="0" presId="urn:microsoft.com/office/officeart/2005/8/layout/vList5"/>
    <dgm:cxn modelId="{DA497E37-EF52-431F-B837-C08B9A90A785}" type="presParOf" srcId="{6CA38BB2-D9EE-47DD-930D-3B4C8D30C414}" destId="{6B4B76C0-6572-428A-9BA8-1BD39B3BB488}" srcOrd="2" destOrd="0" presId="urn:microsoft.com/office/officeart/2005/8/layout/vList5"/>
    <dgm:cxn modelId="{F0C25027-78FE-42EF-A0DF-E3A26D90DDF9}" type="presParOf" srcId="{6B4B76C0-6572-428A-9BA8-1BD39B3BB488}" destId="{2151A9FA-53AC-4293-852A-5C3AA3C83C76}" srcOrd="0" destOrd="0" presId="urn:microsoft.com/office/officeart/2005/8/layout/vList5"/>
    <dgm:cxn modelId="{F1CB8964-16FC-4DC0-836B-ECC6856E9DB3}" type="presParOf" srcId="{6CA38BB2-D9EE-47DD-930D-3B4C8D30C414}" destId="{988CB8F2-7E6A-4456-B3D4-6FD62D77D8B9}" srcOrd="3" destOrd="0" presId="urn:microsoft.com/office/officeart/2005/8/layout/vList5"/>
    <dgm:cxn modelId="{0454BE11-B9C1-4CAC-A13B-67EEF7B02AB2}" type="presParOf" srcId="{6CA38BB2-D9EE-47DD-930D-3B4C8D30C414}" destId="{C6D229F1-4961-4E1C-8FF5-7A53F28A32A4}" srcOrd="4" destOrd="0" presId="urn:microsoft.com/office/officeart/2005/8/layout/vList5"/>
    <dgm:cxn modelId="{587CD63A-21C2-492F-A96F-FFD3E934CBB8}" type="presParOf" srcId="{C6D229F1-4961-4E1C-8FF5-7A53F28A32A4}" destId="{B7F7F072-BE66-4DEE-966D-D4D08EAC5420}" srcOrd="0" destOrd="0" presId="urn:microsoft.com/office/officeart/2005/8/layout/vList5"/>
    <dgm:cxn modelId="{DD723F3C-4B4D-4ACA-96FB-48A2F24B1238}" type="presParOf" srcId="{6CA38BB2-D9EE-47DD-930D-3B4C8D30C414}" destId="{EEDEE619-088C-4FBA-A8B0-E153D25D161D}" srcOrd="5" destOrd="0" presId="urn:microsoft.com/office/officeart/2005/8/layout/vList5"/>
    <dgm:cxn modelId="{57ECFE83-3AAF-4A1D-81E5-5CFDEB9F1846}" type="presParOf" srcId="{6CA38BB2-D9EE-47DD-930D-3B4C8D30C414}" destId="{B2981508-7E57-4E90-9D59-1942C7A38811}" srcOrd="6" destOrd="0" presId="urn:microsoft.com/office/officeart/2005/8/layout/vList5"/>
    <dgm:cxn modelId="{2AFE7D3F-631B-4F7A-8F20-6CE825FB24AD}" type="presParOf" srcId="{B2981508-7E57-4E90-9D59-1942C7A38811}" destId="{1D687551-1E8D-4E82-A4BE-840B126AB30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439359-ED6E-486E-827C-B94B7ED6BFD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3CBA83-DEDF-4230-A9E0-1714FDF33043}">
      <dgm:prSet/>
      <dgm:spPr/>
      <dgm:t>
        <a:bodyPr/>
        <a:lstStyle/>
        <a:p>
          <a:r>
            <a:rPr lang="hr-HR"/>
            <a:t>18 funkcionalnih zahtjeva</a:t>
          </a:r>
          <a:endParaRPr lang="en-US"/>
        </a:p>
      </dgm:t>
    </dgm:pt>
    <dgm:pt modelId="{0FB92DBC-529E-4506-B1FE-2FECC5411395}" type="parTrans" cxnId="{B4151E6F-2AEB-4638-BB7A-1CC1454D006E}">
      <dgm:prSet/>
      <dgm:spPr/>
      <dgm:t>
        <a:bodyPr/>
        <a:lstStyle/>
        <a:p>
          <a:endParaRPr lang="en-US"/>
        </a:p>
      </dgm:t>
    </dgm:pt>
    <dgm:pt modelId="{295572BC-C681-47D9-9351-44611D7F3708}" type="sibTrans" cxnId="{B4151E6F-2AEB-4638-BB7A-1CC1454D006E}">
      <dgm:prSet/>
      <dgm:spPr/>
      <dgm:t>
        <a:bodyPr/>
        <a:lstStyle/>
        <a:p>
          <a:endParaRPr lang="en-US"/>
        </a:p>
      </dgm:t>
    </dgm:pt>
    <dgm:pt modelId="{282D7EA8-8784-4BEC-AE1E-720FC06CC240}">
      <dgm:prSet/>
      <dgm:spPr/>
      <dgm:t>
        <a:bodyPr/>
        <a:lstStyle/>
        <a:p>
          <a:r>
            <a:rPr lang="hr-HR"/>
            <a:t>Po prioritetu:</a:t>
          </a:r>
          <a:endParaRPr lang="en-US"/>
        </a:p>
      </dgm:t>
    </dgm:pt>
    <dgm:pt modelId="{1C285F2B-AE37-48CE-9E7B-8DE594AE855A}" type="parTrans" cxnId="{C581D99E-F8DB-4D68-8B30-536D9822A3D9}">
      <dgm:prSet/>
      <dgm:spPr/>
      <dgm:t>
        <a:bodyPr/>
        <a:lstStyle/>
        <a:p>
          <a:endParaRPr lang="en-US"/>
        </a:p>
      </dgm:t>
    </dgm:pt>
    <dgm:pt modelId="{3A353D41-7236-475C-A4A7-3A64C2B2E55F}" type="sibTrans" cxnId="{C581D99E-F8DB-4D68-8B30-536D9822A3D9}">
      <dgm:prSet/>
      <dgm:spPr/>
      <dgm:t>
        <a:bodyPr/>
        <a:lstStyle/>
        <a:p>
          <a:endParaRPr lang="en-US"/>
        </a:p>
      </dgm:t>
    </dgm:pt>
    <dgm:pt modelId="{993DEBC8-D923-4CBF-A892-FCD120A40904}">
      <dgm:prSet/>
      <dgm:spPr/>
      <dgm:t>
        <a:bodyPr/>
        <a:lstStyle/>
        <a:p>
          <a:r>
            <a:rPr lang="hr-HR" dirty="0"/>
            <a:t>visoki: 16</a:t>
          </a:r>
          <a:endParaRPr lang="en-US" dirty="0"/>
        </a:p>
      </dgm:t>
    </dgm:pt>
    <dgm:pt modelId="{E233B758-7F99-44AD-9AEE-A821BFBC4F14}" type="parTrans" cxnId="{0489E4EA-32B2-4626-A0ED-78D55A825CC2}">
      <dgm:prSet/>
      <dgm:spPr/>
      <dgm:t>
        <a:bodyPr/>
        <a:lstStyle/>
        <a:p>
          <a:endParaRPr lang="en-US"/>
        </a:p>
      </dgm:t>
    </dgm:pt>
    <dgm:pt modelId="{38CBCB51-6D18-415F-B2BE-F37BEACDC562}" type="sibTrans" cxnId="{0489E4EA-32B2-4626-A0ED-78D55A825CC2}">
      <dgm:prSet/>
      <dgm:spPr/>
      <dgm:t>
        <a:bodyPr/>
        <a:lstStyle/>
        <a:p>
          <a:endParaRPr lang="en-US"/>
        </a:p>
      </dgm:t>
    </dgm:pt>
    <dgm:pt modelId="{C9A2DE88-2BF1-4166-8B91-DA53C55B6D6B}">
      <dgm:prSet/>
      <dgm:spPr/>
      <dgm:t>
        <a:bodyPr/>
        <a:lstStyle/>
        <a:p>
          <a:r>
            <a:rPr lang="hr-HR" dirty="0"/>
            <a:t>srednji: 2</a:t>
          </a:r>
          <a:endParaRPr lang="en-US" dirty="0"/>
        </a:p>
      </dgm:t>
    </dgm:pt>
    <dgm:pt modelId="{3D090864-898D-4EA9-A306-546A783D71D7}" type="parTrans" cxnId="{439BE8D6-2656-4EA0-8F62-FF813DDCE319}">
      <dgm:prSet/>
      <dgm:spPr/>
      <dgm:t>
        <a:bodyPr/>
        <a:lstStyle/>
        <a:p>
          <a:endParaRPr lang="en-US"/>
        </a:p>
      </dgm:t>
    </dgm:pt>
    <dgm:pt modelId="{96D2A2C6-6CDA-4177-91BB-4A2258CAF260}" type="sibTrans" cxnId="{439BE8D6-2656-4EA0-8F62-FF813DDCE319}">
      <dgm:prSet/>
      <dgm:spPr/>
      <dgm:t>
        <a:bodyPr/>
        <a:lstStyle/>
        <a:p>
          <a:endParaRPr lang="en-US"/>
        </a:p>
      </dgm:t>
    </dgm:pt>
    <dgm:pt modelId="{3D1BC7D6-EFB7-43A8-A421-92E65EA15E95}">
      <dgm:prSet/>
      <dgm:spPr/>
      <dgm:t>
        <a:bodyPr/>
        <a:lstStyle/>
        <a:p>
          <a:r>
            <a:rPr lang="hr-HR" dirty="0"/>
            <a:t>niski: 0</a:t>
          </a:r>
          <a:endParaRPr lang="en-US" dirty="0"/>
        </a:p>
      </dgm:t>
    </dgm:pt>
    <dgm:pt modelId="{82E9919B-3B81-4183-BC2E-606B8CFC069C}" type="parTrans" cxnId="{3B296D4B-01EE-4ECE-84A1-852B6532F5D2}">
      <dgm:prSet/>
      <dgm:spPr/>
      <dgm:t>
        <a:bodyPr/>
        <a:lstStyle/>
        <a:p>
          <a:endParaRPr lang="en-US"/>
        </a:p>
      </dgm:t>
    </dgm:pt>
    <dgm:pt modelId="{DE826E92-A409-4A6C-929D-6490D19D2EDF}" type="sibTrans" cxnId="{3B296D4B-01EE-4ECE-84A1-852B6532F5D2}">
      <dgm:prSet/>
      <dgm:spPr/>
      <dgm:t>
        <a:bodyPr/>
        <a:lstStyle/>
        <a:p>
          <a:endParaRPr lang="en-US"/>
        </a:p>
      </dgm:t>
    </dgm:pt>
    <dgm:pt modelId="{6F32F7E3-6FEF-4096-84D7-A9F3FB2C3181}" type="pres">
      <dgm:prSet presAssocID="{CE439359-ED6E-486E-827C-B94B7ED6BFD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338065-6A04-4557-AEBC-FDB54EE4F3FF}" type="pres">
      <dgm:prSet presAssocID="{C13CBA83-DEDF-4230-A9E0-1714FDF33043}" presName="root1" presStyleCnt="0"/>
      <dgm:spPr/>
    </dgm:pt>
    <dgm:pt modelId="{5FDB8A12-7D4D-477B-8B29-C064F61AD1CE}" type="pres">
      <dgm:prSet presAssocID="{C13CBA83-DEDF-4230-A9E0-1714FDF33043}" presName="LevelOneTextNode" presStyleLbl="node0" presStyleIdx="0" presStyleCnt="2">
        <dgm:presLayoutVars>
          <dgm:chPref val="3"/>
        </dgm:presLayoutVars>
      </dgm:prSet>
      <dgm:spPr/>
    </dgm:pt>
    <dgm:pt modelId="{98D83477-77C2-4E44-B20A-4335CAFA2727}" type="pres">
      <dgm:prSet presAssocID="{C13CBA83-DEDF-4230-A9E0-1714FDF33043}" presName="level2hierChild" presStyleCnt="0"/>
      <dgm:spPr/>
    </dgm:pt>
    <dgm:pt modelId="{1F8D0B98-FF7A-4433-A1BE-6541C05377FD}" type="pres">
      <dgm:prSet presAssocID="{282D7EA8-8784-4BEC-AE1E-720FC06CC240}" presName="root1" presStyleCnt="0"/>
      <dgm:spPr/>
    </dgm:pt>
    <dgm:pt modelId="{D06652A4-2A2A-4606-8BBD-68C1EDC02817}" type="pres">
      <dgm:prSet presAssocID="{282D7EA8-8784-4BEC-AE1E-720FC06CC240}" presName="LevelOneTextNode" presStyleLbl="node0" presStyleIdx="1" presStyleCnt="2">
        <dgm:presLayoutVars>
          <dgm:chPref val="3"/>
        </dgm:presLayoutVars>
      </dgm:prSet>
      <dgm:spPr/>
    </dgm:pt>
    <dgm:pt modelId="{BCA1B8EF-C0E8-420D-B010-920066223B0C}" type="pres">
      <dgm:prSet presAssocID="{282D7EA8-8784-4BEC-AE1E-720FC06CC240}" presName="level2hierChild" presStyleCnt="0"/>
      <dgm:spPr/>
    </dgm:pt>
    <dgm:pt modelId="{6C65EB87-F9BD-4A7C-84E8-689B11EA8B92}" type="pres">
      <dgm:prSet presAssocID="{E233B758-7F99-44AD-9AEE-A821BFBC4F14}" presName="conn2-1" presStyleLbl="parChTrans1D2" presStyleIdx="0" presStyleCnt="3"/>
      <dgm:spPr/>
    </dgm:pt>
    <dgm:pt modelId="{99489EE6-4193-4ABF-9E76-2BC7064878F9}" type="pres">
      <dgm:prSet presAssocID="{E233B758-7F99-44AD-9AEE-A821BFBC4F14}" presName="connTx" presStyleLbl="parChTrans1D2" presStyleIdx="0" presStyleCnt="3"/>
      <dgm:spPr/>
    </dgm:pt>
    <dgm:pt modelId="{199AD98A-8D86-4CF9-AD9A-58DD31D73F1A}" type="pres">
      <dgm:prSet presAssocID="{993DEBC8-D923-4CBF-A892-FCD120A40904}" presName="root2" presStyleCnt="0"/>
      <dgm:spPr/>
    </dgm:pt>
    <dgm:pt modelId="{2FAFB23E-5647-4746-A40B-429263976DB2}" type="pres">
      <dgm:prSet presAssocID="{993DEBC8-D923-4CBF-A892-FCD120A40904}" presName="LevelTwoTextNode" presStyleLbl="node2" presStyleIdx="0" presStyleCnt="3">
        <dgm:presLayoutVars>
          <dgm:chPref val="3"/>
        </dgm:presLayoutVars>
      </dgm:prSet>
      <dgm:spPr/>
    </dgm:pt>
    <dgm:pt modelId="{BA3F9D5F-1855-481B-8D4B-DF059B56D1FB}" type="pres">
      <dgm:prSet presAssocID="{993DEBC8-D923-4CBF-A892-FCD120A40904}" presName="level3hierChild" presStyleCnt="0"/>
      <dgm:spPr/>
    </dgm:pt>
    <dgm:pt modelId="{FDA646E0-F8FA-434E-B540-5FFF5692D354}" type="pres">
      <dgm:prSet presAssocID="{3D090864-898D-4EA9-A306-546A783D71D7}" presName="conn2-1" presStyleLbl="parChTrans1D2" presStyleIdx="1" presStyleCnt="3"/>
      <dgm:spPr/>
    </dgm:pt>
    <dgm:pt modelId="{4AE07716-73BD-417D-A24C-8B856F6FE585}" type="pres">
      <dgm:prSet presAssocID="{3D090864-898D-4EA9-A306-546A783D71D7}" presName="connTx" presStyleLbl="parChTrans1D2" presStyleIdx="1" presStyleCnt="3"/>
      <dgm:spPr/>
    </dgm:pt>
    <dgm:pt modelId="{12F241DE-0277-4388-A28E-7265C02C2ADB}" type="pres">
      <dgm:prSet presAssocID="{C9A2DE88-2BF1-4166-8B91-DA53C55B6D6B}" presName="root2" presStyleCnt="0"/>
      <dgm:spPr/>
    </dgm:pt>
    <dgm:pt modelId="{D99DA499-D1A3-40E2-8FF3-A45A0822E04D}" type="pres">
      <dgm:prSet presAssocID="{C9A2DE88-2BF1-4166-8B91-DA53C55B6D6B}" presName="LevelTwoTextNode" presStyleLbl="node2" presStyleIdx="1" presStyleCnt="3">
        <dgm:presLayoutVars>
          <dgm:chPref val="3"/>
        </dgm:presLayoutVars>
      </dgm:prSet>
      <dgm:spPr/>
    </dgm:pt>
    <dgm:pt modelId="{629B1E92-CCC3-4321-9AF5-67E90810DC18}" type="pres">
      <dgm:prSet presAssocID="{C9A2DE88-2BF1-4166-8B91-DA53C55B6D6B}" presName="level3hierChild" presStyleCnt="0"/>
      <dgm:spPr/>
    </dgm:pt>
    <dgm:pt modelId="{2E72FBB8-E2A0-4EF7-8289-E229F19CE040}" type="pres">
      <dgm:prSet presAssocID="{82E9919B-3B81-4183-BC2E-606B8CFC069C}" presName="conn2-1" presStyleLbl="parChTrans1D2" presStyleIdx="2" presStyleCnt="3"/>
      <dgm:spPr/>
    </dgm:pt>
    <dgm:pt modelId="{EDCC6116-2B4F-48D3-804A-86E0596D50CE}" type="pres">
      <dgm:prSet presAssocID="{82E9919B-3B81-4183-BC2E-606B8CFC069C}" presName="connTx" presStyleLbl="parChTrans1D2" presStyleIdx="2" presStyleCnt="3"/>
      <dgm:spPr/>
    </dgm:pt>
    <dgm:pt modelId="{66A7AEC1-CD2B-4D44-8353-692F29383A53}" type="pres">
      <dgm:prSet presAssocID="{3D1BC7D6-EFB7-43A8-A421-92E65EA15E95}" presName="root2" presStyleCnt="0"/>
      <dgm:spPr/>
    </dgm:pt>
    <dgm:pt modelId="{EE331849-8D95-440C-8853-13EB3B2A6C52}" type="pres">
      <dgm:prSet presAssocID="{3D1BC7D6-EFB7-43A8-A421-92E65EA15E95}" presName="LevelTwoTextNode" presStyleLbl="node2" presStyleIdx="2" presStyleCnt="3">
        <dgm:presLayoutVars>
          <dgm:chPref val="3"/>
        </dgm:presLayoutVars>
      </dgm:prSet>
      <dgm:spPr/>
    </dgm:pt>
    <dgm:pt modelId="{3F9CC939-7637-454A-A795-4759DDD7737F}" type="pres">
      <dgm:prSet presAssocID="{3D1BC7D6-EFB7-43A8-A421-92E65EA15E95}" presName="level3hierChild" presStyleCnt="0"/>
      <dgm:spPr/>
    </dgm:pt>
  </dgm:ptLst>
  <dgm:cxnLst>
    <dgm:cxn modelId="{C2C0630D-128D-4A5F-9787-8245118F8127}" type="presOf" srcId="{282D7EA8-8784-4BEC-AE1E-720FC06CC240}" destId="{D06652A4-2A2A-4606-8BBD-68C1EDC02817}" srcOrd="0" destOrd="0" presId="urn:microsoft.com/office/officeart/2005/8/layout/hierarchy2"/>
    <dgm:cxn modelId="{100CE622-F529-420C-B54D-7E5F06C216E0}" type="presOf" srcId="{3D1BC7D6-EFB7-43A8-A421-92E65EA15E95}" destId="{EE331849-8D95-440C-8853-13EB3B2A6C52}" srcOrd="0" destOrd="0" presId="urn:microsoft.com/office/officeart/2005/8/layout/hierarchy2"/>
    <dgm:cxn modelId="{3D72F930-CEE7-4205-9E5D-4D2C4C8112E3}" type="presOf" srcId="{3D090864-898D-4EA9-A306-546A783D71D7}" destId="{FDA646E0-F8FA-434E-B540-5FFF5692D354}" srcOrd="0" destOrd="0" presId="urn:microsoft.com/office/officeart/2005/8/layout/hierarchy2"/>
    <dgm:cxn modelId="{02751543-457C-4663-A7E4-C46D57DA1637}" type="presOf" srcId="{CE439359-ED6E-486E-827C-B94B7ED6BFDB}" destId="{6F32F7E3-6FEF-4096-84D7-A9F3FB2C3181}" srcOrd="0" destOrd="0" presId="urn:microsoft.com/office/officeart/2005/8/layout/hierarchy2"/>
    <dgm:cxn modelId="{3B296D4B-01EE-4ECE-84A1-852B6532F5D2}" srcId="{282D7EA8-8784-4BEC-AE1E-720FC06CC240}" destId="{3D1BC7D6-EFB7-43A8-A421-92E65EA15E95}" srcOrd="2" destOrd="0" parTransId="{82E9919B-3B81-4183-BC2E-606B8CFC069C}" sibTransId="{DE826E92-A409-4A6C-929D-6490D19D2EDF}"/>
    <dgm:cxn modelId="{B4151E6F-2AEB-4638-BB7A-1CC1454D006E}" srcId="{CE439359-ED6E-486E-827C-B94B7ED6BFDB}" destId="{C13CBA83-DEDF-4230-A9E0-1714FDF33043}" srcOrd="0" destOrd="0" parTransId="{0FB92DBC-529E-4506-B1FE-2FECC5411395}" sibTransId="{295572BC-C681-47D9-9351-44611D7F3708}"/>
    <dgm:cxn modelId="{03BF1D75-8FED-4354-A6F8-5274060274F0}" type="presOf" srcId="{C13CBA83-DEDF-4230-A9E0-1714FDF33043}" destId="{5FDB8A12-7D4D-477B-8B29-C064F61AD1CE}" srcOrd="0" destOrd="0" presId="urn:microsoft.com/office/officeart/2005/8/layout/hierarchy2"/>
    <dgm:cxn modelId="{4CD00585-D1B8-479A-A0D2-FBC326EC8C22}" type="presOf" srcId="{3D090864-898D-4EA9-A306-546A783D71D7}" destId="{4AE07716-73BD-417D-A24C-8B856F6FE585}" srcOrd="1" destOrd="0" presId="urn:microsoft.com/office/officeart/2005/8/layout/hierarchy2"/>
    <dgm:cxn modelId="{7B93FA88-6634-42EC-9229-D0F82D23E09D}" type="presOf" srcId="{82E9919B-3B81-4183-BC2E-606B8CFC069C}" destId="{EDCC6116-2B4F-48D3-804A-86E0596D50CE}" srcOrd="1" destOrd="0" presId="urn:microsoft.com/office/officeart/2005/8/layout/hierarchy2"/>
    <dgm:cxn modelId="{C581D99E-F8DB-4D68-8B30-536D9822A3D9}" srcId="{CE439359-ED6E-486E-827C-B94B7ED6BFDB}" destId="{282D7EA8-8784-4BEC-AE1E-720FC06CC240}" srcOrd="1" destOrd="0" parTransId="{1C285F2B-AE37-48CE-9E7B-8DE594AE855A}" sibTransId="{3A353D41-7236-475C-A4A7-3A64C2B2E55F}"/>
    <dgm:cxn modelId="{11AD44A4-D80D-4AB1-84B3-061EB50D0924}" type="presOf" srcId="{C9A2DE88-2BF1-4166-8B91-DA53C55B6D6B}" destId="{D99DA499-D1A3-40E2-8FF3-A45A0822E04D}" srcOrd="0" destOrd="0" presId="urn:microsoft.com/office/officeart/2005/8/layout/hierarchy2"/>
    <dgm:cxn modelId="{266DD7B6-C045-4D59-A535-3EA02FB54900}" type="presOf" srcId="{993DEBC8-D923-4CBF-A892-FCD120A40904}" destId="{2FAFB23E-5647-4746-A40B-429263976DB2}" srcOrd="0" destOrd="0" presId="urn:microsoft.com/office/officeart/2005/8/layout/hierarchy2"/>
    <dgm:cxn modelId="{0712B1C8-FEEC-4C78-9B44-B1DF2DBDC3C2}" type="presOf" srcId="{E233B758-7F99-44AD-9AEE-A821BFBC4F14}" destId="{99489EE6-4193-4ABF-9E76-2BC7064878F9}" srcOrd="1" destOrd="0" presId="urn:microsoft.com/office/officeart/2005/8/layout/hierarchy2"/>
    <dgm:cxn modelId="{9E7E54D6-7DFE-43F5-BF7F-33F78E720CD3}" type="presOf" srcId="{E233B758-7F99-44AD-9AEE-A821BFBC4F14}" destId="{6C65EB87-F9BD-4A7C-84E8-689B11EA8B92}" srcOrd="0" destOrd="0" presId="urn:microsoft.com/office/officeart/2005/8/layout/hierarchy2"/>
    <dgm:cxn modelId="{439BE8D6-2656-4EA0-8F62-FF813DDCE319}" srcId="{282D7EA8-8784-4BEC-AE1E-720FC06CC240}" destId="{C9A2DE88-2BF1-4166-8B91-DA53C55B6D6B}" srcOrd="1" destOrd="0" parTransId="{3D090864-898D-4EA9-A306-546A783D71D7}" sibTransId="{96D2A2C6-6CDA-4177-91BB-4A2258CAF260}"/>
    <dgm:cxn modelId="{0489E4EA-32B2-4626-A0ED-78D55A825CC2}" srcId="{282D7EA8-8784-4BEC-AE1E-720FC06CC240}" destId="{993DEBC8-D923-4CBF-A892-FCD120A40904}" srcOrd="0" destOrd="0" parTransId="{E233B758-7F99-44AD-9AEE-A821BFBC4F14}" sibTransId="{38CBCB51-6D18-415F-B2BE-F37BEACDC562}"/>
    <dgm:cxn modelId="{B58E26F2-31F5-44DC-8A5B-4268D22E86F3}" type="presOf" srcId="{82E9919B-3B81-4183-BC2E-606B8CFC069C}" destId="{2E72FBB8-E2A0-4EF7-8289-E229F19CE040}" srcOrd="0" destOrd="0" presId="urn:microsoft.com/office/officeart/2005/8/layout/hierarchy2"/>
    <dgm:cxn modelId="{1E3B4F4C-3C65-48E3-8654-695624436F78}" type="presParOf" srcId="{6F32F7E3-6FEF-4096-84D7-A9F3FB2C3181}" destId="{78338065-6A04-4557-AEBC-FDB54EE4F3FF}" srcOrd="0" destOrd="0" presId="urn:microsoft.com/office/officeart/2005/8/layout/hierarchy2"/>
    <dgm:cxn modelId="{560EDC28-3896-44EE-AE8A-9E4E9E0FC0AF}" type="presParOf" srcId="{78338065-6A04-4557-AEBC-FDB54EE4F3FF}" destId="{5FDB8A12-7D4D-477B-8B29-C064F61AD1CE}" srcOrd="0" destOrd="0" presId="urn:microsoft.com/office/officeart/2005/8/layout/hierarchy2"/>
    <dgm:cxn modelId="{1173768F-BBBA-42B5-9E1D-AFCFF09D97FB}" type="presParOf" srcId="{78338065-6A04-4557-AEBC-FDB54EE4F3FF}" destId="{98D83477-77C2-4E44-B20A-4335CAFA2727}" srcOrd="1" destOrd="0" presId="urn:microsoft.com/office/officeart/2005/8/layout/hierarchy2"/>
    <dgm:cxn modelId="{BD16CE8D-A40B-4FBF-A53F-D3AD5ABC63E4}" type="presParOf" srcId="{6F32F7E3-6FEF-4096-84D7-A9F3FB2C3181}" destId="{1F8D0B98-FF7A-4433-A1BE-6541C05377FD}" srcOrd="1" destOrd="0" presId="urn:microsoft.com/office/officeart/2005/8/layout/hierarchy2"/>
    <dgm:cxn modelId="{158F92F1-3053-47F8-A1F9-7DEFF490300E}" type="presParOf" srcId="{1F8D0B98-FF7A-4433-A1BE-6541C05377FD}" destId="{D06652A4-2A2A-4606-8BBD-68C1EDC02817}" srcOrd="0" destOrd="0" presId="urn:microsoft.com/office/officeart/2005/8/layout/hierarchy2"/>
    <dgm:cxn modelId="{D2F3E048-159D-42B9-9189-3E4229EE8B4C}" type="presParOf" srcId="{1F8D0B98-FF7A-4433-A1BE-6541C05377FD}" destId="{BCA1B8EF-C0E8-420D-B010-920066223B0C}" srcOrd="1" destOrd="0" presId="urn:microsoft.com/office/officeart/2005/8/layout/hierarchy2"/>
    <dgm:cxn modelId="{1C56F214-57B8-45D3-94D6-26FA1BA2B475}" type="presParOf" srcId="{BCA1B8EF-C0E8-420D-B010-920066223B0C}" destId="{6C65EB87-F9BD-4A7C-84E8-689B11EA8B92}" srcOrd="0" destOrd="0" presId="urn:microsoft.com/office/officeart/2005/8/layout/hierarchy2"/>
    <dgm:cxn modelId="{11CE09E9-425E-48FF-9652-DA60FE6DB764}" type="presParOf" srcId="{6C65EB87-F9BD-4A7C-84E8-689B11EA8B92}" destId="{99489EE6-4193-4ABF-9E76-2BC7064878F9}" srcOrd="0" destOrd="0" presId="urn:microsoft.com/office/officeart/2005/8/layout/hierarchy2"/>
    <dgm:cxn modelId="{10A93691-BBFE-4E9E-B514-C5DDCB21A9B8}" type="presParOf" srcId="{BCA1B8EF-C0E8-420D-B010-920066223B0C}" destId="{199AD98A-8D86-4CF9-AD9A-58DD31D73F1A}" srcOrd="1" destOrd="0" presId="urn:microsoft.com/office/officeart/2005/8/layout/hierarchy2"/>
    <dgm:cxn modelId="{C3B63324-A67F-4BF4-AE82-FBCDE8B140DA}" type="presParOf" srcId="{199AD98A-8D86-4CF9-AD9A-58DD31D73F1A}" destId="{2FAFB23E-5647-4746-A40B-429263976DB2}" srcOrd="0" destOrd="0" presId="urn:microsoft.com/office/officeart/2005/8/layout/hierarchy2"/>
    <dgm:cxn modelId="{F000CA45-2EE2-46ED-BFB6-72A090BA0BBD}" type="presParOf" srcId="{199AD98A-8D86-4CF9-AD9A-58DD31D73F1A}" destId="{BA3F9D5F-1855-481B-8D4B-DF059B56D1FB}" srcOrd="1" destOrd="0" presId="urn:microsoft.com/office/officeart/2005/8/layout/hierarchy2"/>
    <dgm:cxn modelId="{7760DFF3-DC6E-49C0-9E64-EF5C432B65F1}" type="presParOf" srcId="{BCA1B8EF-C0E8-420D-B010-920066223B0C}" destId="{FDA646E0-F8FA-434E-B540-5FFF5692D354}" srcOrd="2" destOrd="0" presId="urn:microsoft.com/office/officeart/2005/8/layout/hierarchy2"/>
    <dgm:cxn modelId="{15C5CF1B-35FE-487D-BDB9-262C8DCAC27B}" type="presParOf" srcId="{FDA646E0-F8FA-434E-B540-5FFF5692D354}" destId="{4AE07716-73BD-417D-A24C-8B856F6FE585}" srcOrd="0" destOrd="0" presId="urn:microsoft.com/office/officeart/2005/8/layout/hierarchy2"/>
    <dgm:cxn modelId="{70146C37-B162-4659-96A3-CAEFA551FBCC}" type="presParOf" srcId="{BCA1B8EF-C0E8-420D-B010-920066223B0C}" destId="{12F241DE-0277-4388-A28E-7265C02C2ADB}" srcOrd="3" destOrd="0" presId="urn:microsoft.com/office/officeart/2005/8/layout/hierarchy2"/>
    <dgm:cxn modelId="{6C26A012-7E36-42C5-9EC8-10EA7E162806}" type="presParOf" srcId="{12F241DE-0277-4388-A28E-7265C02C2ADB}" destId="{D99DA499-D1A3-40E2-8FF3-A45A0822E04D}" srcOrd="0" destOrd="0" presId="urn:microsoft.com/office/officeart/2005/8/layout/hierarchy2"/>
    <dgm:cxn modelId="{453E6459-588F-4668-9585-923A4CB8C1FB}" type="presParOf" srcId="{12F241DE-0277-4388-A28E-7265C02C2ADB}" destId="{629B1E92-CCC3-4321-9AF5-67E90810DC18}" srcOrd="1" destOrd="0" presId="urn:microsoft.com/office/officeart/2005/8/layout/hierarchy2"/>
    <dgm:cxn modelId="{1054532A-1000-4E64-907F-7D9A0C135004}" type="presParOf" srcId="{BCA1B8EF-C0E8-420D-B010-920066223B0C}" destId="{2E72FBB8-E2A0-4EF7-8289-E229F19CE040}" srcOrd="4" destOrd="0" presId="urn:microsoft.com/office/officeart/2005/8/layout/hierarchy2"/>
    <dgm:cxn modelId="{F203DB19-903A-4911-9592-2A19C55E5EEF}" type="presParOf" srcId="{2E72FBB8-E2A0-4EF7-8289-E229F19CE040}" destId="{EDCC6116-2B4F-48D3-804A-86E0596D50CE}" srcOrd="0" destOrd="0" presId="urn:microsoft.com/office/officeart/2005/8/layout/hierarchy2"/>
    <dgm:cxn modelId="{76F49072-8AB9-4000-8267-20A815202379}" type="presParOf" srcId="{BCA1B8EF-C0E8-420D-B010-920066223B0C}" destId="{66A7AEC1-CD2B-4D44-8353-692F29383A53}" srcOrd="5" destOrd="0" presId="urn:microsoft.com/office/officeart/2005/8/layout/hierarchy2"/>
    <dgm:cxn modelId="{793B95BE-CF8F-4E4E-8AD0-36163E063C48}" type="presParOf" srcId="{66A7AEC1-CD2B-4D44-8353-692F29383A53}" destId="{EE331849-8D95-440C-8853-13EB3B2A6C52}" srcOrd="0" destOrd="0" presId="urn:microsoft.com/office/officeart/2005/8/layout/hierarchy2"/>
    <dgm:cxn modelId="{1624308C-330C-4DCD-AF55-8FC9529FC375}" type="presParOf" srcId="{66A7AEC1-CD2B-4D44-8353-692F29383A53}" destId="{3F9CC939-7637-454A-A795-4759DDD7737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88E075-0761-49F3-9580-6CE0164FF8E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B1CC07-2F6F-4A57-BAC3-CA2E1E539FAF}">
      <dgm:prSet/>
      <dgm:spPr/>
      <dgm:t>
        <a:bodyPr/>
        <a:lstStyle/>
        <a:p>
          <a:r>
            <a:rPr lang="hr-HR" b="1"/>
            <a:t>Administrator</a:t>
          </a:r>
          <a:r>
            <a:rPr lang="hr-HR"/>
            <a:t> </a:t>
          </a:r>
          <a:endParaRPr lang="en-US"/>
        </a:p>
      </dgm:t>
    </dgm:pt>
    <dgm:pt modelId="{E8907072-689C-4437-941C-6DFF5267FB31}" type="parTrans" cxnId="{C1F84E9E-33FD-47CC-9641-06F0ABD0687F}">
      <dgm:prSet/>
      <dgm:spPr/>
      <dgm:t>
        <a:bodyPr/>
        <a:lstStyle/>
        <a:p>
          <a:endParaRPr lang="en-US"/>
        </a:p>
      </dgm:t>
    </dgm:pt>
    <dgm:pt modelId="{40AE18D3-3DD9-407D-A1D5-DA2CD9507F78}" type="sibTrans" cxnId="{C1F84E9E-33FD-47CC-9641-06F0ABD0687F}">
      <dgm:prSet/>
      <dgm:spPr/>
      <dgm:t>
        <a:bodyPr/>
        <a:lstStyle/>
        <a:p>
          <a:endParaRPr lang="en-US"/>
        </a:p>
      </dgm:t>
    </dgm:pt>
    <dgm:pt modelId="{6E254C10-CC8D-40B1-82EA-5432DBB7FB8E}">
      <dgm:prSet/>
      <dgm:spPr/>
      <dgm:t>
        <a:bodyPr/>
        <a:lstStyle/>
        <a:p>
          <a:r>
            <a:rPr lang="hr-HR" b="1"/>
            <a:t>Registrirani korisnici</a:t>
          </a:r>
          <a:r>
            <a:rPr lang="hr-HR"/>
            <a:t> </a:t>
          </a:r>
          <a:endParaRPr lang="en-US"/>
        </a:p>
      </dgm:t>
    </dgm:pt>
    <dgm:pt modelId="{EDC8C0BC-A2E1-4CC9-93EB-D94B11E334CA}" type="parTrans" cxnId="{60C6F014-E577-45DB-B19F-BAE2B9C81DE3}">
      <dgm:prSet/>
      <dgm:spPr/>
      <dgm:t>
        <a:bodyPr/>
        <a:lstStyle/>
        <a:p>
          <a:endParaRPr lang="en-US"/>
        </a:p>
      </dgm:t>
    </dgm:pt>
    <dgm:pt modelId="{E4746870-FF6D-4B0D-80F9-745CEEC5F1EF}" type="sibTrans" cxnId="{60C6F014-E577-45DB-B19F-BAE2B9C81DE3}">
      <dgm:prSet/>
      <dgm:spPr/>
      <dgm:t>
        <a:bodyPr/>
        <a:lstStyle/>
        <a:p>
          <a:endParaRPr lang="en-US"/>
        </a:p>
      </dgm:t>
    </dgm:pt>
    <dgm:pt modelId="{50D3A8B8-CE5C-455C-ADCB-2948A2C9C5A6}">
      <dgm:prSet/>
      <dgm:spPr/>
      <dgm:t>
        <a:bodyPr/>
        <a:lstStyle/>
        <a:p>
          <a:r>
            <a:rPr lang="hr-HR" b="1"/>
            <a:t>Neregistrirani korisnici</a:t>
          </a:r>
          <a:r>
            <a:rPr lang="hr-HR"/>
            <a:t> </a:t>
          </a:r>
          <a:endParaRPr lang="en-US"/>
        </a:p>
      </dgm:t>
    </dgm:pt>
    <dgm:pt modelId="{406C741B-DBB3-4EB5-BD34-C786AAA7AAEF}" type="parTrans" cxnId="{8E959840-D7C6-45DF-8FAB-131BD61E690F}">
      <dgm:prSet/>
      <dgm:spPr/>
      <dgm:t>
        <a:bodyPr/>
        <a:lstStyle/>
        <a:p>
          <a:endParaRPr lang="en-US"/>
        </a:p>
      </dgm:t>
    </dgm:pt>
    <dgm:pt modelId="{FF0D72FB-0F26-4E11-BEF4-77639B5F416F}" type="sibTrans" cxnId="{8E959840-D7C6-45DF-8FAB-131BD61E690F}">
      <dgm:prSet/>
      <dgm:spPr/>
      <dgm:t>
        <a:bodyPr/>
        <a:lstStyle/>
        <a:p>
          <a:endParaRPr lang="en-US"/>
        </a:p>
      </dgm:t>
    </dgm:pt>
    <dgm:pt modelId="{BD826C90-F052-4D7E-8124-F6AC60422B53}">
      <dgm:prSet/>
      <dgm:spPr/>
      <dgm:t>
        <a:bodyPr/>
        <a:lstStyle/>
        <a:p>
          <a:r>
            <a:rPr lang="hr-HR" b="1"/>
            <a:t>Razvojni tim</a:t>
          </a:r>
          <a:endParaRPr lang="en-US"/>
        </a:p>
      </dgm:t>
    </dgm:pt>
    <dgm:pt modelId="{53D013E2-EFAB-4FBA-B10E-7076D1F97D8A}" type="parTrans" cxnId="{50ABCA06-21C5-4C20-9948-0992C4825C48}">
      <dgm:prSet/>
      <dgm:spPr/>
      <dgm:t>
        <a:bodyPr/>
        <a:lstStyle/>
        <a:p>
          <a:endParaRPr lang="en-US"/>
        </a:p>
      </dgm:t>
    </dgm:pt>
    <dgm:pt modelId="{D0EBC946-109F-4D04-9ED7-57F7D113BD91}" type="sibTrans" cxnId="{50ABCA06-21C5-4C20-9948-0992C4825C48}">
      <dgm:prSet/>
      <dgm:spPr/>
      <dgm:t>
        <a:bodyPr/>
        <a:lstStyle/>
        <a:p>
          <a:endParaRPr lang="en-US"/>
        </a:p>
      </dgm:t>
    </dgm:pt>
    <dgm:pt modelId="{197AD7C0-25A5-4CC7-917B-DEDF701208F6}" type="pres">
      <dgm:prSet presAssocID="{4A88E075-0761-49F3-9580-6CE0164FF8E4}" presName="linear" presStyleCnt="0">
        <dgm:presLayoutVars>
          <dgm:dir/>
          <dgm:animLvl val="lvl"/>
          <dgm:resizeHandles val="exact"/>
        </dgm:presLayoutVars>
      </dgm:prSet>
      <dgm:spPr/>
    </dgm:pt>
    <dgm:pt modelId="{9142F129-054B-4E3A-81D0-5403A3380F3B}" type="pres">
      <dgm:prSet presAssocID="{AFB1CC07-2F6F-4A57-BAC3-CA2E1E539FAF}" presName="parentLin" presStyleCnt="0"/>
      <dgm:spPr/>
    </dgm:pt>
    <dgm:pt modelId="{1A1F5529-A84D-4799-9292-63ABD075A6A0}" type="pres">
      <dgm:prSet presAssocID="{AFB1CC07-2F6F-4A57-BAC3-CA2E1E539FAF}" presName="parentLeftMargin" presStyleLbl="node1" presStyleIdx="0" presStyleCnt="4"/>
      <dgm:spPr/>
    </dgm:pt>
    <dgm:pt modelId="{509600D5-41FC-4093-93F3-72E6CFECC6FF}" type="pres">
      <dgm:prSet presAssocID="{AFB1CC07-2F6F-4A57-BAC3-CA2E1E539F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8A2581-752F-46E4-8D0C-EEA116F5EF07}" type="pres">
      <dgm:prSet presAssocID="{AFB1CC07-2F6F-4A57-BAC3-CA2E1E539FAF}" presName="negativeSpace" presStyleCnt="0"/>
      <dgm:spPr/>
    </dgm:pt>
    <dgm:pt modelId="{A1A2F6D5-C52B-468A-BB30-32F6FD229C3B}" type="pres">
      <dgm:prSet presAssocID="{AFB1CC07-2F6F-4A57-BAC3-CA2E1E539FAF}" presName="childText" presStyleLbl="conFgAcc1" presStyleIdx="0" presStyleCnt="4">
        <dgm:presLayoutVars>
          <dgm:bulletEnabled val="1"/>
        </dgm:presLayoutVars>
      </dgm:prSet>
      <dgm:spPr/>
    </dgm:pt>
    <dgm:pt modelId="{35AD866C-C780-4FE6-850A-707F40F4DC96}" type="pres">
      <dgm:prSet presAssocID="{40AE18D3-3DD9-407D-A1D5-DA2CD9507F78}" presName="spaceBetweenRectangles" presStyleCnt="0"/>
      <dgm:spPr/>
    </dgm:pt>
    <dgm:pt modelId="{70EB0314-D218-40A1-9EA6-842EDFA8395D}" type="pres">
      <dgm:prSet presAssocID="{6E254C10-CC8D-40B1-82EA-5432DBB7FB8E}" presName="parentLin" presStyleCnt="0"/>
      <dgm:spPr/>
    </dgm:pt>
    <dgm:pt modelId="{DE528F3E-F086-498F-AA95-F14D168C1A13}" type="pres">
      <dgm:prSet presAssocID="{6E254C10-CC8D-40B1-82EA-5432DBB7FB8E}" presName="parentLeftMargin" presStyleLbl="node1" presStyleIdx="0" presStyleCnt="4"/>
      <dgm:spPr/>
    </dgm:pt>
    <dgm:pt modelId="{6368D9C8-177D-4490-A723-1A2803382E30}" type="pres">
      <dgm:prSet presAssocID="{6E254C10-CC8D-40B1-82EA-5432DBB7FB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B0FBFC-6DD7-417F-9510-B10B10DF7504}" type="pres">
      <dgm:prSet presAssocID="{6E254C10-CC8D-40B1-82EA-5432DBB7FB8E}" presName="negativeSpace" presStyleCnt="0"/>
      <dgm:spPr/>
    </dgm:pt>
    <dgm:pt modelId="{D3AE1130-92FD-468E-A827-6299022314FE}" type="pres">
      <dgm:prSet presAssocID="{6E254C10-CC8D-40B1-82EA-5432DBB7FB8E}" presName="childText" presStyleLbl="conFgAcc1" presStyleIdx="1" presStyleCnt="4">
        <dgm:presLayoutVars>
          <dgm:bulletEnabled val="1"/>
        </dgm:presLayoutVars>
      </dgm:prSet>
      <dgm:spPr/>
    </dgm:pt>
    <dgm:pt modelId="{14AD0627-22AA-4511-B223-A2B9408FD46F}" type="pres">
      <dgm:prSet presAssocID="{E4746870-FF6D-4B0D-80F9-745CEEC5F1EF}" presName="spaceBetweenRectangles" presStyleCnt="0"/>
      <dgm:spPr/>
    </dgm:pt>
    <dgm:pt modelId="{7DD7E88B-2549-4B49-960E-5760E41DCBAE}" type="pres">
      <dgm:prSet presAssocID="{50D3A8B8-CE5C-455C-ADCB-2948A2C9C5A6}" presName="parentLin" presStyleCnt="0"/>
      <dgm:spPr/>
    </dgm:pt>
    <dgm:pt modelId="{186F0D5D-F42C-4EAA-BCCF-C21E1AE02397}" type="pres">
      <dgm:prSet presAssocID="{50D3A8B8-CE5C-455C-ADCB-2948A2C9C5A6}" presName="parentLeftMargin" presStyleLbl="node1" presStyleIdx="1" presStyleCnt="4"/>
      <dgm:spPr/>
    </dgm:pt>
    <dgm:pt modelId="{A6769E73-86BD-47AF-B174-97BCE158F068}" type="pres">
      <dgm:prSet presAssocID="{50D3A8B8-CE5C-455C-ADCB-2948A2C9C5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D7A1F0-2460-412D-87C1-9FE1EAD4343D}" type="pres">
      <dgm:prSet presAssocID="{50D3A8B8-CE5C-455C-ADCB-2948A2C9C5A6}" presName="negativeSpace" presStyleCnt="0"/>
      <dgm:spPr/>
    </dgm:pt>
    <dgm:pt modelId="{21CE7C76-A9CC-4617-AD64-76C0ADDEB08F}" type="pres">
      <dgm:prSet presAssocID="{50D3A8B8-CE5C-455C-ADCB-2948A2C9C5A6}" presName="childText" presStyleLbl="conFgAcc1" presStyleIdx="2" presStyleCnt="4">
        <dgm:presLayoutVars>
          <dgm:bulletEnabled val="1"/>
        </dgm:presLayoutVars>
      </dgm:prSet>
      <dgm:spPr/>
    </dgm:pt>
    <dgm:pt modelId="{3DF4B1BF-E494-4CB7-9620-17FC2D88CE79}" type="pres">
      <dgm:prSet presAssocID="{FF0D72FB-0F26-4E11-BEF4-77639B5F416F}" presName="spaceBetweenRectangles" presStyleCnt="0"/>
      <dgm:spPr/>
    </dgm:pt>
    <dgm:pt modelId="{825E4ABB-9CBD-4B08-AB16-F0EBB170835C}" type="pres">
      <dgm:prSet presAssocID="{BD826C90-F052-4D7E-8124-F6AC60422B53}" presName="parentLin" presStyleCnt="0"/>
      <dgm:spPr/>
    </dgm:pt>
    <dgm:pt modelId="{9621E975-A7DD-4074-B7A8-D09AEF5D2CA1}" type="pres">
      <dgm:prSet presAssocID="{BD826C90-F052-4D7E-8124-F6AC60422B53}" presName="parentLeftMargin" presStyleLbl="node1" presStyleIdx="2" presStyleCnt="4"/>
      <dgm:spPr/>
    </dgm:pt>
    <dgm:pt modelId="{3CF11B90-B5C2-4DF5-8369-D1E94381C44C}" type="pres">
      <dgm:prSet presAssocID="{BD826C90-F052-4D7E-8124-F6AC60422B5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DD2F222-4DE6-43A9-AF0A-8061D5FA5FAE}" type="pres">
      <dgm:prSet presAssocID="{BD826C90-F052-4D7E-8124-F6AC60422B53}" presName="negativeSpace" presStyleCnt="0"/>
      <dgm:spPr/>
    </dgm:pt>
    <dgm:pt modelId="{C08E5DB6-8DD8-4512-B362-FDBD8F2E506A}" type="pres">
      <dgm:prSet presAssocID="{BD826C90-F052-4D7E-8124-F6AC60422B5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0ABCA06-21C5-4C20-9948-0992C4825C48}" srcId="{4A88E075-0761-49F3-9580-6CE0164FF8E4}" destId="{BD826C90-F052-4D7E-8124-F6AC60422B53}" srcOrd="3" destOrd="0" parTransId="{53D013E2-EFAB-4FBA-B10E-7076D1F97D8A}" sibTransId="{D0EBC946-109F-4D04-9ED7-57F7D113BD91}"/>
    <dgm:cxn modelId="{60C6F014-E577-45DB-B19F-BAE2B9C81DE3}" srcId="{4A88E075-0761-49F3-9580-6CE0164FF8E4}" destId="{6E254C10-CC8D-40B1-82EA-5432DBB7FB8E}" srcOrd="1" destOrd="0" parTransId="{EDC8C0BC-A2E1-4CC9-93EB-D94B11E334CA}" sibTransId="{E4746870-FF6D-4B0D-80F9-745CEEC5F1EF}"/>
    <dgm:cxn modelId="{ECC56E16-2803-4A75-9F1F-81980C966233}" type="presOf" srcId="{6E254C10-CC8D-40B1-82EA-5432DBB7FB8E}" destId="{6368D9C8-177D-4490-A723-1A2803382E30}" srcOrd="1" destOrd="0" presId="urn:microsoft.com/office/officeart/2005/8/layout/list1"/>
    <dgm:cxn modelId="{9DF88924-FF9C-41DC-9080-7594F8BBB0FD}" type="presOf" srcId="{AFB1CC07-2F6F-4A57-BAC3-CA2E1E539FAF}" destId="{509600D5-41FC-4093-93F3-72E6CFECC6FF}" srcOrd="1" destOrd="0" presId="urn:microsoft.com/office/officeart/2005/8/layout/list1"/>
    <dgm:cxn modelId="{764E4029-32A9-4FF2-99F6-6B9CAD0D19C2}" type="presOf" srcId="{50D3A8B8-CE5C-455C-ADCB-2948A2C9C5A6}" destId="{A6769E73-86BD-47AF-B174-97BCE158F068}" srcOrd="1" destOrd="0" presId="urn:microsoft.com/office/officeart/2005/8/layout/list1"/>
    <dgm:cxn modelId="{8E959840-D7C6-45DF-8FAB-131BD61E690F}" srcId="{4A88E075-0761-49F3-9580-6CE0164FF8E4}" destId="{50D3A8B8-CE5C-455C-ADCB-2948A2C9C5A6}" srcOrd="2" destOrd="0" parTransId="{406C741B-DBB3-4EB5-BD34-C786AAA7AAEF}" sibTransId="{FF0D72FB-0F26-4E11-BEF4-77639B5F416F}"/>
    <dgm:cxn modelId="{CAC64B78-F3DB-40C9-93AA-F20149514C46}" type="presOf" srcId="{AFB1CC07-2F6F-4A57-BAC3-CA2E1E539FAF}" destId="{1A1F5529-A84D-4799-9292-63ABD075A6A0}" srcOrd="0" destOrd="0" presId="urn:microsoft.com/office/officeart/2005/8/layout/list1"/>
    <dgm:cxn modelId="{B662B582-F184-4AB9-BE15-8DA7D48664AF}" type="presOf" srcId="{4A88E075-0761-49F3-9580-6CE0164FF8E4}" destId="{197AD7C0-25A5-4CC7-917B-DEDF701208F6}" srcOrd="0" destOrd="0" presId="urn:microsoft.com/office/officeart/2005/8/layout/list1"/>
    <dgm:cxn modelId="{358AC693-94C9-4B32-8CE1-2AB9FA6E2F65}" type="presOf" srcId="{BD826C90-F052-4D7E-8124-F6AC60422B53}" destId="{3CF11B90-B5C2-4DF5-8369-D1E94381C44C}" srcOrd="1" destOrd="0" presId="urn:microsoft.com/office/officeart/2005/8/layout/list1"/>
    <dgm:cxn modelId="{C1F84E9E-33FD-47CC-9641-06F0ABD0687F}" srcId="{4A88E075-0761-49F3-9580-6CE0164FF8E4}" destId="{AFB1CC07-2F6F-4A57-BAC3-CA2E1E539FAF}" srcOrd="0" destOrd="0" parTransId="{E8907072-689C-4437-941C-6DFF5267FB31}" sibTransId="{40AE18D3-3DD9-407D-A1D5-DA2CD9507F78}"/>
    <dgm:cxn modelId="{62A4DEAE-E7E5-43B6-9D65-2AEEF97729E2}" type="presOf" srcId="{6E254C10-CC8D-40B1-82EA-5432DBB7FB8E}" destId="{DE528F3E-F086-498F-AA95-F14D168C1A13}" srcOrd="0" destOrd="0" presId="urn:microsoft.com/office/officeart/2005/8/layout/list1"/>
    <dgm:cxn modelId="{4A7FA0E3-29EA-4080-8412-4117D8266D7C}" type="presOf" srcId="{BD826C90-F052-4D7E-8124-F6AC60422B53}" destId="{9621E975-A7DD-4074-B7A8-D09AEF5D2CA1}" srcOrd="0" destOrd="0" presId="urn:microsoft.com/office/officeart/2005/8/layout/list1"/>
    <dgm:cxn modelId="{23C099F2-52E2-44E3-9C7E-85C4DFD08D1D}" type="presOf" srcId="{50D3A8B8-CE5C-455C-ADCB-2948A2C9C5A6}" destId="{186F0D5D-F42C-4EAA-BCCF-C21E1AE02397}" srcOrd="0" destOrd="0" presId="urn:microsoft.com/office/officeart/2005/8/layout/list1"/>
    <dgm:cxn modelId="{46224AC6-F96F-455D-9DD3-453D2BE42458}" type="presParOf" srcId="{197AD7C0-25A5-4CC7-917B-DEDF701208F6}" destId="{9142F129-054B-4E3A-81D0-5403A3380F3B}" srcOrd="0" destOrd="0" presId="urn:microsoft.com/office/officeart/2005/8/layout/list1"/>
    <dgm:cxn modelId="{CD481ECA-F4F3-4CE2-A295-4D87E1887EC3}" type="presParOf" srcId="{9142F129-054B-4E3A-81D0-5403A3380F3B}" destId="{1A1F5529-A84D-4799-9292-63ABD075A6A0}" srcOrd="0" destOrd="0" presId="urn:microsoft.com/office/officeart/2005/8/layout/list1"/>
    <dgm:cxn modelId="{625E7678-7047-4195-8264-175CAA05B97B}" type="presParOf" srcId="{9142F129-054B-4E3A-81D0-5403A3380F3B}" destId="{509600D5-41FC-4093-93F3-72E6CFECC6FF}" srcOrd="1" destOrd="0" presId="urn:microsoft.com/office/officeart/2005/8/layout/list1"/>
    <dgm:cxn modelId="{3EF6F76D-45AA-484A-89BA-FA3D4C758AAB}" type="presParOf" srcId="{197AD7C0-25A5-4CC7-917B-DEDF701208F6}" destId="{B18A2581-752F-46E4-8D0C-EEA116F5EF07}" srcOrd="1" destOrd="0" presId="urn:microsoft.com/office/officeart/2005/8/layout/list1"/>
    <dgm:cxn modelId="{0AEB3148-366B-4982-B5A9-C801F33C7A9F}" type="presParOf" srcId="{197AD7C0-25A5-4CC7-917B-DEDF701208F6}" destId="{A1A2F6D5-C52B-468A-BB30-32F6FD229C3B}" srcOrd="2" destOrd="0" presId="urn:microsoft.com/office/officeart/2005/8/layout/list1"/>
    <dgm:cxn modelId="{3D369C2B-D4D5-432B-AD35-62D726E3F4C0}" type="presParOf" srcId="{197AD7C0-25A5-4CC7-917B-DEDF701208F6}" destId="{35AD866C-C780-4FE6-850A-707F40F4DC96}" srcOrd="3" destOrd="0" presId="urn:microsoft.com/office/officeart/2005/8/layout/list1"/>
    <dgm:cxn modelId="{F4095CBA-D6EC-41DE-A592-E9B79A453DD1}" type="presParOf" srcId="{197AD7C0-25A5-4CC7-917B-DEDF701208F6}" destId="{70EB0314-D218-40A1-9EA6-842EDFA8395D}" srcOrd="4" destOrd="0" presId="urn:microsoft.com/office/officeart/2005/8/layout/list1"/>
    <dgm:cxn modelId="{FBD8CE48-9A2F-498D-908F-E1ECF67811B4}" type="presParOf" srcId="{70EB0314-D218-40A1-9EA6-842EDFA8395D}" destId="{DE528F3E-F086-498F-AA95-F14D168C1A13}" srcOrd="0" destOrd="0" presId="urn:microsoft.com/office/officeart/2005/8/layout/list1"/>
    <dgm:cxn modelId="{E22E0FE5-F8FA-4E3D-A735-4907B0F83B99}" type="presParOf" srcId="{70EB0314-D218-40A1-9EA6-842EDFA8395D}" destId="{6368D9C8-177D-4490-A723-1A2803382E30}" srcOrd="1" destOrd="0" presId="urn:microsoft.com/office/officeart/2005/8/layout/list1"/>
    <dgm:cxn modelId="{662CC871-8DB8-455B-AF0D-8D7240762936}" type="presParOf" srcId="{197AD7C0-25A5-4CC7-917B-DEDF701208F6}" destId="{0FB0FBFC-6DD7-417F-9510-B10B10DF7504}" srcOrd="5" destOrd="0" presId="urn:microsoft.com/office/officeart/2005/8/layout/list1"/>
    <dgm:cxn modelId="{DD8FD48B-90BC-4ABE-9C42-2697BB798F68}" type="presParOf" srcId="{197AD7C0-25A5-4CC7-917B-DEDF701208F6}" destId="{D3AE1130-92FD-468E-A827-6299022314FE}" srcOrd="6" destOrd="0" presId="urn:microsoft.com/office/officeart/2005/8/layout/list1"/>
    <dgm:cxn modelId="{17BDC939-B65C-4553-97F5-CE5010BE9BBA}" type="presParOf" srcId="{197AD7C0-25A5-4CC7-917B-DEDF701208F6}" destId="{14AD0627-22AA-4511-B223-A2B9408FD46F}" srcOrd="7" destOrd="0" presId="urn:microsoft.com/office/officeart/2005/8/layout/list1"/>
    <dgm:cxn modelId="{942C2DCE-7C7C-4965-98FA-26937A2FB30A}" type="presParOf" srcId="{197AD7C0-25A5-4CC7-917B-DEDF701208F6}" destId="{7DD7E88B-2549-4B49-960E-5760E41DCBAE}" srcOrd="8" destOrd="0" presId="urn:microsoft.com/office/officeart/2005/8/layout/list1"/>
    <dgm:cxn modelId="{AD96BB2B-C887-4C1C-B865-01FDAE731D1B}" type="presParOf" srcId="{7DD7E88B-2549-4B49-960E-5760E41DCBAE}" destId="{186F0D5D-F42C-4EAA-BCCF-C21E1AE02397}" srcOrd="0" destOrd="0" presId="urn:microsoft.com/office/officeart/2005/8/layout/list1"/>
    <dgm:cxn modelId="{2A3AE608-876B-46E6-83CF-1A6150562516}" type="presParOf" srcId="{7DD7E88B-2549-4B49-960E-5760E41DCBAE}" destId="{A6769E73-86BD-47AF-B174-97BCE158F068}" srcOrd="1" destOrd="0" presId="urn:microsoft.com/office/officeart/2005/8/layout/list1"/>
    <dgm:cxn modelId="{6A087607-8C26-4EAA-80DA-AFA760DE8BFA}" type="presParOf" srcId="{197AD7C0-25A5-4CC7-917B-DEDF701208F6}" destId="{EFD7A1F0-2460-412D-87C1-9FE1EAD4343D}" srcOrd="9" destOrd="0" presId="urn:microsoft.com/office/officeart/2005/8/layout/list1"/>
    <dgm:cxn modelId="{FFB7D3AA-0827-4BAC-9D23-611E9FE93018}" type="presParOf" srcId="{197AD7C0-25A5-4CC7-917B-DEDF701208F6}" destId="{21CE7C76-A9CC-4617-AD64-76C0ADDEB08F}" srcOrd="10" destOrd="0" presId="urn:microsoft.com/office/officeart/2005/8/layout/list1"/>
    <dgm:cxn modelId="{39AD9BF3-C671-41F6-ADDB-33336F11B01D}" type="presParOf" srcId="{197AD7C0-25A5-4CC7-917B-DEDF701208F6}" destId="{3DF4B1BF-E494-4CB7-9620-17FC2D88CE79}" srcOrd="11" destOrd="0" presId="urn:microsoft.com/office/officeart/2005/8/layout/list1"/>
    <dgm:cxn modelId="{012458CA-FCEC-4F0E-A031-E66B859C73D6}" type="presParOf" srcId="{197AD7C0-25A5-4CC7-917B-DEDF701208F6}" destId="{825E4ABB-9CBD-4B08-AB16-F0EBB170835C}" srcOrd="12" destOrd="0" presId="urn:microsoft.com/office/officeart/2005/8/layout/list1"/>
    <dgm:cxn modelId="{35EF8441-7C64-4901-89E7-BB3474CBF2B1}" type="presParOf" srcId="{825E4ABB-9CBD-4B08-AB16-F0EBB170835C}" destId="{9621E975-A7DD-4074-B7A8-D09AEF5D2CA1}" srcOrd="0" destOrd="0" presId="urn:microsoft.com/office/officeart/2005/8/layout/list1"/>
    <dgm:cxn modelId="{AB8DCBDA-0F0A-47C4-AEFE-BE527EF944DB}" type="presParOf" srcId="{825E4ABB-9CBD-4B08-AB16-F0EBB170835C}" destId="{3CF11B90-B5C2-4DF5-8369-D1E94381C44C}" srcOrd="1" destOrd="0" presId="urn:microsoft.com/office/officeart/2005/8/layout/list1"/>
    <dgm:cxn modelId="{1ACA76E7-1D2D-403E-9759-4D398EB67502}" type="presParOf" srcId="{197AD7C0-25A5-4CC7-917B-DEDF701208F6}" destId="{ADD2F222-4DE6-43A9-AF0A-8061D5FA5FAE}" srcOrd="13" destOrd="0" presId="urn:microsoft.com/office/officeart/2005/8/layout/list1"/>
    <dgm:cxn modelId="{6B8B7F1D-D550-4170-9439-70E012E80DE3}" type="presParOf" srcId="{197AD7C0-25A5-4CC7-917B-DEDF701208F6}" destId="{C08E5DB6-8DD8-4512-B362-FDBD8F2E506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049ABB-CA93-4D0A-927E-BB0EED15328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4551524-B3BD-4BC2-B687-659E87515067}">
      <dgm:prSet/>
      <dgm:spPr/>
      <dgm:t>
        <a:bodyPr/>
        <a:lstStyle/>
        <a:p>
          <a:r>
            <a:rPr lang="hr-HR"/>
            <a:t>Za ovaj je sustav odabrana </a:t>
          </a:r>
          <a:r>
            <a:rPr lang="hr-HR" b="1"/>
            <a:t>klijent-poslužitelj</a:t>
          </a:r>
          <a:r>
            <a:rPr lang="hr-HR"/>
            <a:t> arhitektura u kojoj su frontend i backend jasno odvojeni i međusobno komuniciraju putem RESTful API-ja.</a:t>
          </a:r>
          <a:endParaRPr lang="en-US"/>
        </a:p>
      </dgm:t>
    </dgm:pt>
    <dgm:pt modelId="{38C4CC43-07AE-4F19-9908-F84FF1942295}" type="parTrans" cxnId="{23C111EA-AF0C-4DD2-B5D6-6A965E58328B}">
      <dgm:prSet/>
      <dgm:spPr/>
      <dgm:t>
        <a:bodyPr/>
        <a:lstStyle/>
        <a:p>
          <a:endParaRPr lang="en-US"/>
        </a:p>
      </dgm:t>
    </dgm:pt>
    <dgm:pt modelId="{D998DD80-43DC-41E1-BF90-046E5064FD42}" type="sibTrans" cxnId="{23C111EA-AF0C-4DD2-B5D6-6A965E58328B}">
      <dgm:prSet/>
      <dgm:spPr/>
      <dgm:t>
        <a:bodyPr/>
        <a:lstStyle/>
        <a:p>
          <a:endParaRPr lang="en-US"/>
        </a:p>
      </dgm:t>
    </dgm:pt>
    <dgm:pt modelId="{0E4D0F02-B643-4652-AE50-93D8FB40B566}">
      <dgm:prSet/>
      <dgm:spPr/>
      <dgm:t>
        <a:bodyPr/>
        <a:lstStyle/>
        <a:p>
          <a:r>
            <a:rPr lang="hr-HR"/>
            <a:t>Frontend je implementiran u Reactu, dok je backend razvijen u Node.js okruženju koristeći Express okvir.</a:t>
          </a:r>
          <a:endParaRPr lang="en-US"/>
        </a:p>
      </dgm:t>
    </dgm:pt>
    <dgm:pt modelId="{A6A76606-ECA8-49B2-8DB4-8470E1B4CF44}" type="parTrans" cxnId="{97C15385-A633-4CD8-93AF-FF9638A9EC04}">
      <dgm:prSet/>
      <dgm:spPr/>
      <dgm:t>
        <a:bodyPr/>
        <a:lstStyle/>
        <a:p>
          <a:endParaRPr lang="en-US"/>
        </a:p>
      </dgm:t>
    </dgm:pt>
    <dgm:pt modelId="{0E48A344-E4EF-4648-9739-8253AAD4ACA5}" type="sibTrans" cxnId="{97C15385-A633-4CD8-93AF-FF9638A9EC04}">
      <dgm:prSet/>
      <dgm:spPr/>
      <dgm:t>
        <a:bodyPr/>
        <a:lstStyle/>
        <a:p>
          <a:endParaRPr lang="en-US"/>
        </a:p>
      </dgm:t>
    </dgm:pt>
    <dgm:pt modelId="{33A5F3DF-7861-4D40-B0B3-061D1C6D37C2}">
      <dgm:prSet/>
      <dgm:spPr/>
      <dgm:t>
        <a:bodyPr/>
        <a:lstStyle/>
        <a:p>
          <a:r>
            <a:rPr lang="hr-HR"/>
            <a:t>Podatci se razmjenjuju u JSON formatu putem HTTP protokola.</a:t>
          </a:r>
          <a:endParaRPr lang="en-US"/>
        </a:p>
      </dgm:t>
    </dgm:pt>
    <dgm:pt modelId="{54889E16-FF87-4450-B5B5-52477328FADB}" type="parTrans" cxnId="{2EA8CEE4-4100-4002-96B4-F5041356F66E}">
      <dgm:prSet/>
      <dgm:spPr/>
      <dgm:t>
        <a:bodyPr/>
        <a:lstStyle/>
        <a:p>
          <a:endParaRPr lang="en-US"/>
        </a:p>
      </dgm:t>
    </dgm:pt>
    <dgm:pt modelId="{5297FE5D-04CB-4DA1-B134-2A2AAF6D11F1}" type="sibTrans" cxnId="{2EA8CEE4-4100-4002-96B4-F5041356F66E}">
      <dgm:prSet/>
      <dgm:spPr/>
      <dgm:t>
        <a:bodyPr/>
        <a:lstStyle/>
        <a:p>
          <a:endParaRPr lang="en-US"/>
        </a:p>
      </dgm:t>
    </dgm:pt>
    <dgm:pt modelId="{268C3798-CCEB-4F2C-8F43-B46C6B4D2AAF}">
      <dgm:prSet/>
      <dgm:spPr/>
      <dgm:t>
        <a:bodyPr/>
        <a:lstStyle/>
        <a:p>
          <a:r>
            <a:rPr lang="hr-HR"/>
            <a:t>Osim toga, sustav slijedi i načela MVC arhitekture, u kojoj je klijent (frontend) odgovoran za View sloj, dok je poslužitelj (backend) implementiran kroz Model i Controller sloj.</a:t>
          </a:r>
          <a:endParaRPr lang="en-US"/>
        </a:p>
      </dgm:t>
    </dgm:pt>
    <dgm:pt modelId="{DE027121-BB91-4018-8AAE-768DB21D4786}" type="parTrans" cxnId="{3052DC19-5A2D-4104-B930-010E0CC5B411}">
      <dgm:prSet/>
      <dgm:spPr/>
      <dgm:t>
        <a:bodyPr/>
        <a:lstStyle/>
        <a:p>
          <a:endParaRPr lang="en-US"/>
        </a:p>
      </dgm:t>
    </dgm:pt>
    <dgm:pt modelId="{F2A35983-21BE-4DED-AFA6-E5464878F808}" type="sibTrans" cxnId="{3052DC19-5A2D-4104-B930-010E0CC5B411}">
      <dgm:prSet/>
      <dgm:spPr/>
      <dgm:t>
        <a:bodyPr/>
        <a:lstStyle/>
        <a:p>
          <a:endParaRPr lang="en-US"/>
        </a:p>
      </dgm:t>
    </dgm:pt>
    <dgm:pt modelId="{05288777-88F5-4BAE-B8B4-9AC3CEDEF95A}" type="pres">
      <dgm:prSet presAssocID="{B3049ABB-CA93-4D0A-927E-BB0EED153286}" presName="linear" presStyleCnt="0">
        <dgm:presLayoutVars>
          <dgm:animLvl val="lvl"/>
          <dgm:resizeHandles val="exact"/>
        </dgm:presLayoutVars>
      </dgm:prSet>
      <dgm:spPr/>
    </dgm:pt>
    <dgm:pt modelId="{CD0342EC-8C14-42F9-A60B-3A7CFC4270EC}" type="pres">
      <dgm:prSet presAssocID="{24551524-B3BD-4BC2-B687-659E875150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074196-13DD-46DC-B088-DCE79C4F5774}" type="pres">
      <dgm:prSet presAssocID="{D998DD80-43DC-41E1-BF90-046E5064FD42}" presName="spacer" presStyleCnt="0"/>
      <dgm:spPr/>
    </dgm:pt>
    <dgm:pt modelId="{FA3DDE66-B98C-4E98-8732-F9DFCBF36B81}" type="pres">
      <dgm:prSet presAssocID="{0E4D0F02-B643-4652-AE50-93D8FB40B5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8F6872-12D1-4A5E-96F4-2F38F496C5C9}" type="pres">
      <dgm:prSet presAssocID="{0E48A344-E4EF-4648-9739-8253AAD4ACA5}" presName="spacer" presStyleCnt="0"/>
      <dgm:spPr/>
    </dgm:pt>
    <dgm:pt modelId="{FFE2D8B7-ED8E-44A5-8388-32767D1820BC}" type="pres">
      <dgm:prSet presAssocID="{33A5F3DF-7861-4D40-B0B3-061D1C6D37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C0FDF6-9BE6-495B-94E4-458CD8D30B23}" type="pres">
      <dgm:prSet presAssocID="{5297FE5D-04CB-4DA1-B134-2A2AAF6D11F1}" presName="spacer" presStyleCnt="0"/>
      <dgm:spPr/>
    </dgm:pt>
    <dgm:pt modelId="{234863CF-1621-43E7-8A3A-51952EBB11BD}" type="pres">
      <dgm:prSet presAssocID="{268C3798-CCEB-4F2C-8F43-B46C6B4D2A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52DC19-5A2D-4104-B930-010E0CC5B411}" srcId="{B3049ABB-CA93-4D0A-927E-BB0EED153286}" destId="{268C3798-CCEB-4F2C-8F43-B46C6B4D2AAF}" srcOrd="3" destOrd="0" parTransId="{DE027121-BB91-4018-8AAE-768DB21D4786}" sibTransId="{F2A35983-21BE-4DED-AFA6-E5464878F808}"/>
    <dgm:cxn modelId="{4C317A70-FEDB-4FB1-9486-8AD11CF6BCCE}" type="presOf" srcId="{24551524-B3BD-4BC2-B687-659E87515067}" destId="{CD0342EC-8C14-42F9-A60B-3A7CFC4270EC}" srcOrd="0" destOrd="0" presId="urn:microsoft.com/office/officeart/2005/8/layout/vList2"/>
    <dgm:cxn modelId="{5CB4C270-E25E-4A0F-A696-F7A2EDF41B47}" type="presOf" srcId="{B3049ABB-CA93-4D0A-927E-BB0EED153286}" destId="{05288777-88F5-4BAE-B8B4-9AC3CEDEF95A}" srcOrd="0" destOrd="0" presId="urn:microsoft.com/office/officeart/2005/8/layout/vList2"/>
    <dgm:cxn modelId="{BD638C54-BF71-41A5-B19F-956852C1A28B}" type="presOf" srcId="{0E4D0F02-B643-4652-AE50-93D8FB40B566}" destId="{FA3DDE66-B98C-4E98-8732-F9DFCBF36B81}" srcOrd="0" destOrd="0" presId="urn:microsoft.com/office/officeart/2005/8/layout/vList2"/>
    <dgm:cxn modelId="{97C15385-A633-4CD8-93AF-FF9638A9EC04}" srcId="{B3049ABB-CA93-4D0A-927E-BB0EED153286}" destId="{0E4D0F02-B643-4652-AE50-93D8FB40B566}" srcOrd="1" destOrd="0" parTransId="{A6A76606-ECA8-49B2-8DB4-8470E1B4CF44}" sibTransId="{0E48A344-E4EF-4648-9739-8253AAD4ACA5}"/>
    <dgm:cxn modelId="{F5D1A689-2FE9-48B5-93B1-3A20C63F3FE1}" type="presOf" srcId="{268C3798-CCEB-4F2C-8F43-B46C6B4D2AAF}" destId="{234863CF-1621-43E7-8A3A-51952EBB11BD}" srcOrd="0" destOrd="0" presId="urn:microsoft.com/office/officeart/2005/8/layout/vList2"/>
    <dgm:cxn modelId="{BFFF84B0-BCAC-41E2-A9C5-73FFE12542F6}" type="presOf" srcId="{33A5F3DF-7861-4D40-B0B3-061D1C6D37C2}" destId="{FFE2D8B7-ED8E-44A5-8388-32767D1820BC}" srcOrd="0" destOrd="0" presId="urn:microsoft.com/office/officeart/2005/8/layout/vList2"/>
    <dgm:cxn modelId="{2EA8CEE4-4100-4002-96B4-F5041356F66E}" srcId="{B3049ABB-CA93-4D0A-927E-BB0EED153286}" destId="{33A5F3DF-7861-4D40-B0B3-061D1C6D37C2}" srcOrd="2" destOrd="0" parTransId="{54889E16-FF87-4450-B5B5-52477328FADB}" sibTransId="{5297FE5D-04CB-4DA1-B134-2A2AAF6D11F1}"/>
    <dgm:cxn modelId="{23C111EA-AF0C-4DD2-B5D6-6A965E58328B}" srcId="{B3049ABB-CA93-4D0A-927E-BB0EED153286}" destId="{24551524-B3BD-4BC2-B687-659E87515067}" srcOrd="0" destOrd="0" parTransId="{38C4CC43-07AE-4F19-9908-F84FF1942295}" sibTransId="{D998DD80-43DC-41E1-BF90-046E5064FD42}"/>
    <dgm:cxn modelId="{6C536DAC-9FA6-46B7-9E5A-3B9ECE9910BB}" type="presParOf" srcId="{05288777-88F5-4BAE-B8B4-9AC3CEDEF95A}" destId="{CD0342EC-8C14-42F9-A60B-3A7CFC4270EC}" srcOrd="0" destOrd="0" presId="urn:microsoft.com/office/officeart/2005/8/layout/vList2"/>
    <dgm:cxn modelId="{0091A792-7858-468E-AACC-ECCC12D60E63}" type="presParOf" srcId="{05288777-88F5-4BAE-B8B4-9AC3CEDEF95A}" destId="{6B074196-13DD-46DC-B088-DCE79C4F5774}" srcOrd="1" destOrd="0" presId="urn:microsoft.com/office/officeart/2005/8/layout/vList2"/>
    <dgm:cxn modelId="{902279C9-D043-40F9-A2AC-69F5F781F84D}" type="presParOf" srcId="{05288777-88F5-4BAE-B8B4-9AC3CEDEF95A}" destId="{FA3DDE66-B98C-4E98-8732-F9DFCBF36B81}" srcOrd="2" destOrd="0" presId="urn:microsoft.com/office/officeart/2005/8/layout/vList2"/>
    <dgm:cxn modelId="{867BC873-7458-4D03-81F4-B5C7873BB954}" type="presParOf" srcId="{05288777-88F5-4BAE-B8B4-9AC3CEDEF95A}" destId="{3A8F6872-12D1-4A5E-96F4-2F38F496C5C9}" srcOrd="3" destOrd="0" presId="urn:microsoft.com/office/officeart/2005/8/layout/vList2"/>
    <dgm:cxn modelId="{4B880DD3-2E6B-4CBE-A3DD-032B38472E91}" type="presParOf" srcId="{05288777-88F5-4BAE-B8B4-9AC3CEDEF95A}" destId="{FFE2D8B7-ED8E-44A5-8388-32767D1820BC}" srcOrd="4" destOrd="0" presId="urn:microsoft.com/office/officeart/2005/8/layout/vList2"/>
    <dgm:cxn modelId="{620CE677-1E29-44EA-B909-2BF981561730}" type="presParOf" srcId="{05288777-88F5-4BAE-B8B4-9AC3CEDEF95A}" destId="{45C0FDF6-9BE6-495B-94E4-458CD8D30B23}" srcOrd="5" destOrd="0" presId="urn:microsoft.com/office/officeart/2005/8/layout/vList2"/>
    <dgm:cxn modelId="{73BB57C2-2ECB-475A-A911-DAAB86A9BFAA}" type="presParOf" srcId="{05288777-88F5-4BAE-B8B4-9AC3CEDEF95A}" destId="{234863CF-1621-43E7-8A3A-51952EBB11B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56CEA9-4EC1-46B7-87B3-D7768EA16E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9DE570-11C3-43A8-B3FF-66E3ED9CA9AD}">
      <dgm:prSet/>
      <dgm:spPr/>
      <dgm:t>
        <a:bodyPr/>
        <a:lstStyle/>
        <a:p>
          <a:r>
            <a:rPr lang="hr-HR"/>
            <a:t>odgovoran za prikaz korisničkog sučelja i interakciju s korisnikom</a:t>
          </a:r>
          <a:endParaRPr lang="en-US"/>
        </a:p>
      </dgm:t>
    </dgm:pt>
    <dgm:pt modelId="{746999BA-7C19-4E0D-B813-BA59CC649122}" type="parTrans" cxnId="{E65E3B4D-F5D2-430C-AF36-20450A6D9785}">
      <dgm:prSet/>
      <dgm:spPr/>
      <dgm:t>
        <a:bodyPr/>
        <a:lstStyle/>
        <a:p>
          <a:endParaRPr lang="en-US"/>
        </a:p>
      </dgm:t>
    </dgm:pt>
    <dgm:pt modelId="{F6D75E8C-48C3-455D-A44F-025CB269E0D1}" type="sibTrans" cxnId="{E65E3B4D-F5D2-430C-AF36-20450A6D9785}">
      <dgm:prSet/>
      <dgm:spPr/>
      <dgm:t>
        <a:bodyPr/>
        <a:lstStyle/>
        <a:p>
          <a:endParaRPr lang="en-US"/>
        </a:p>
      </dgm:t>
    </dgm:pt>
    <dgm:pt modelId="{0F544252-7B68-4B4F-B029-D019892A612B}">
      <dgm:prSet/>
      <dgm:spPr/>
      <dgm:t>
        <a:bodyPr/>
        <a:lstStyle/>
        <a:p>
          <a:r>
            <a:rPr lang="hr-HR"/>
            <a:t>slanje HTTP zahtjeva prema backendu putem REST API-ja</a:t>
          </a:r>
          <a:endParaRPr lang="en-US"/>
        </a:p>
      </dgm:t>
    </dgm:pt>
    <dgm:pt modelId="{51C5611E-369F-4930-B4BF-83B735601DE8}" type="parTrans" cxnId="{F391A7D0-E59F-4D69-8F8E-BFDBD20BD2F7}">
      <dgm:prSet/>
      <dgm:spPr/>
      <dgm:t>
        <a:bodyPr/>
        <a:lstStyle/>
        <a:p>
          <a:endParaRPr lang="en-US"/>
        </a:p>
      </dgm:t>
    </dgm:pt>
    <dgm:pt modelId="{F9C6D42C-9F9F-43F7-A286-5FB1E424640D}" type="sibTrans" cxnId="{F391A7D0-E59F-4D69-8F8E-BFDBD20BD2F7}">
      <dgm:prSet/>
      <dgm:spPr/>
      <dgm:t>
        <a:bodyPr/>
        <a:lstStyle/>
        <a:p>
          <a:endParaRPr lang="en-US"/>
        </a:p>
      </dgm:t>
    </dgm:pt>
    <dgm:pt modelId="{F7E3AA95-83E3-4849-B26F-64E6760EED31}">
      <dgm:prSet/>
      <dgm:spPr/>
      <dgm:t>
        <a:bodyPr/>
        <a:lstStyle/>
        <a:p>
          <a:r>
            <a:rPr lang="hr-HR"/>
            <a:t>implementira prikaz rezultata i povratnih informacija u stvarnom vremenu</a:t>
          </a:r>
          <a:endParaRPr lang="en-US"/>
        </a:p>
      </dgm:t>
    </dgm:pt>
    <dgm:pt modelId="{253E42D7-81CB-4CE7-ADA2-E873E13E08BD}" type="parTrans" cxnId="{E9D094BE-6CAC-42E5-8540-18CCC4870F39}">
      <dgm:prSet/>
      <dgm:spPr/>
      <dgm:t>
        <a:bodyPr/>
        <a:lstStyle/>
        <a:p>
          <a:endParaRPr lang="en-US"/>
        </a:p>
      </dgm:t>
    </dgm:pt>
    <dgm:pt modelId="{9E79B877-A58E-4354-A919-B52F2A447E0F}" type="sibTrans" cxnId="{E9D094BE-6CAC-42E5-8540-18CCC4870F39}">
      <dgm:prSet/>
      <dgm:spPr/>
      <dgm:t>
        <a:bodyPr/>
        <a:lstStyle/>
        <a:p>
          <a:endParaRPr lang="en-US"/>
        </a:p>
      </dgm:t>
    </dgm:pt>
    <dgm:pt modelId="{A8FCB172-9B94-494F-8DEE-0344CDF90239}">
      <dgm:prSet/>
      <dgm:spPr/>
      <dgm:t>
        <a:bodyPr/>
        <a:lstStyle/>
        <a:p>
          <a:r>
            <a:rPr lang="hr-HR"/>
            <a:t>responzivan dizajn omogućuje i korištenje aplikacije na mobilnim uređajima</a:t>
          </a:r>
          <a:endParaRPr lang="en-US"/>
        </a:p>
      </dgm:t>
    </dgm:pt>
    <dgm:pt modelId="{DE514024-FBE8-49B9-BF35-0858F62006B0}" type="parTrans" cxnId="{587CB10D-5C2B-4157-963E-5FC25E3EA470}">
      <dgm:prSet/>
      <dgm:spPr/>
      <dgm:t>
        <a:bodyPr/>
        <a:lstStyle/>
        <a:p>
          <a:endParaRPr lang="en-US"/>
        </a:p>
      </dgm:t>
    </dgm:pt>
    <dgm:pt modelId="{1501804D-FB69-4451-8EC0-6229172E2BEE}" type="sibTrans" cxnId="{587CB10D-5C2B-4157-963E-5FC25E3EA470}">
      <dgm:prSet/>
      <dgm:spPr/>
      <dgm:t>
        <a:bodyPr/>
        <a:lstStyle/>
        <a:p>
          <a:endParaRPr lang="en-US"/>
        </a:p>
      </dgm:t>
    </dgm:pt>
    <dgm:pt modelId="{E86ADEB1-4342-46D8-9971-05155ED82A0C}" type="pres">
      <dgm:prSet presAssocID="{8856CEA9-4EC1-46B7-87B3-D7768EA16E6B}" presName="linear" presStyleCnt="0">
        <dgm:presLayoutVars>
          <dgm:animLvl val="lvl"/>
          <dgm:resizeHandles val="exact"/>
        </dgm:presLayoutVars>
      </dgm:prSet>
      <dgm:spPr/>
    </dgm:pt>
    <dgm:pt modelId="{9355F1CE-C609-4B0F-A16C-3B475830E35D}" type="pres">
      <dgm:prSet presAssocID="{079DE570-11C3-43A8-B3FF-66E3ED9CA9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E59A8E-3E37-4037-A0E9-072DA3DDE2E4}" type="pres">
      <dgm:prSet presAssocID="{F6D75E8C-48C3-455D-A44F-025CB269E0D1}" presName="spacer" presStyleCnt="0"/>
      <dgm:spPr/>
    </dgm:pt>
    <dgm:pt modelId="{5518535D-05C3-4F8B-8A45-00335DD10C7B}" type="pres">
      <dgm:prSet presAssocID="{0F544252-7B68-4B4F-B029-D019892A61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51C165F-CBE7-46E1-BF96-34CB66F96988}" type="pres">
      <dgm:prSet presAssocID="{F9C6D42C-9F9F-43F7-A286-5FB1E424640D}" presName="spacer" presStyleCnt="0"/>
      <dgm:spPr/>
    </dgm:pt>
    <dgm:pt modelId="{B8294595-2004-43E2-BD6B-52EE5BD3A274}" type="pres">
      <dgm:prSet presAssocID="{F7E3AA95-83E3-4849-B26F-64E6760EED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E7916E-AB3D-4E15-9E63-468EE1655182}" type="pres">
      <dgm:prSet presAssocID="{9E79B877-A58E-4354-A919-B52F2A447E0F}" presName="spacer" presStyleCnt="0"/>
      <dgm:spPr/>
    </dgm:pt>
    <dgm:pt modelId="{FED2DDA6-54B8-4D00-99E4-8631E7BBEBEF}" type="pres">
      <dgm:prSet presAssocID="{A8FCB172-9B94-494F-8DEE-0344CDF902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7CB10D-5C2B-4157-963E-5FC25E3EA470}" srcId="{8856CEA9-4EC1-46B7-87B3-D7768EA16E6B}" destId="{A8FCB172-9B94-494F-8DEE-0344CDF90239}" srcOrd="3" destOrd="0" parTransId="{DE514024-FBE8-49B9-BF35-0858F62006B0}" sibTransId="{1501804D-FB69-4451-8EC0-6229172E2BEE}"/>
    <dgm:cxn modelId="{2E33E312-2473-4BD4-B66F-95E6333A64D8}" type="presOf" srcId="{0F544252-7B68-4B4F-B029-D019892A612B}" destId="{5518535D-05C3-4F8B-8A45-00335DD10C7B}" srcOrd="0" destOrd="0" presId="urn:microsoft.com/office/officeart/2005/8/layout/vList2"/>
    <dgm:cxn modelId="{E65E3B4D-F5D2-430C-AF36-20450A6D9785}" srcId="{8856CEA9-4EC1-46B7-87B3-D7768EA16E6B}" destId="{079DE570-11C3-43A8-B3FF-66E3ED9CA9AD}" srcOrd="0" destOrd="0" parTransId="{746999BA-7C19-4E0D-B813-BA59CC649122}" sibTransId="{F6D75E8C-48C3-455D-A44F-025CB269E0D1}"/>
    <dgm:cxn modelId="{D4698674-AA1D-4265-B06F-455FA88E18A3}" type="presOf" srcId="{A8FCB172-9B94-494F-8DEE-0344CDF90239}" destId="{FED2DDA6-54B8-4D00-99E4-8631E7BBEBEF}" srcOrd="0" destOrd="0" presId="urn:microsoft.com/office/officeart/2005/8/layout/vList2"/>
    <dgm:cxn modelId="{11D33E56-5351-484B-80CF-B1FC5BE78CD9}" type="presOf" srcId="{079DE570-11C3-43A8-B3FF-66E3ED9CA9AD}" destId="{9355F1CE-C609-4B0F-A16C-3B475830E35D}" srcOrd="0" destOrd="0" presId="urn:microsoft.com/office/officeart/2005/8/layout/vList2"/>
    <dgm:cxn modelId="{FBD8B979-9C02-4E9C-8108-2F0D46A4B2B0}" type="presOf" srcId="{F7E3AA95-83E3-4849-B26F-64E6760EED31}" destId="{B8294595-2004-43E2-BD6B-52EE5BD3A274}" srcOrd="0" destOrd="0" presId="urn:microsoft.com/office/officeart/2005/8/layout/vList2"/>
    <dgm:cxn modelId="{95C4DBB2-01D3-4FB2-AE1F-0541B290AA04}" type="presOf" srcId="{8856CEA9-4EC1-46B7-87B3-D7768EA16E6B}" destId="{E86ADEB1-4342-46D8-9971-05155ED82A0C}" srcOrd="0" destOrd="0" presId="urn:microsoft.com/office/officeart/2005/8/layout/vList2"/>
    <dgm:cxn modelId="{E9D094BE-6CAC-42E5-8540-18CCC4870F39}" srcId="{8856CEA9-4EC1-46B7-87B3-D7768EA16E6B}" destId="{F7E3AA95-83E3-4849-B26F-64E6760EED31}" srcOrd="2" destOrd="0" parTransId="{253E42D7-81CB-4CE7-ADA2-E873E13E08BD}" sibTransId="{9E79B877-A58E-4354-A919-B52F2A447E0F}"/>
    <dgm:cxn modelId="{F391A7D0-E59F-4D69-8F8E-BFDBD20BD2F7}" srcId="{8856CEA9-4EC1-46B7-87B3-D7768EA16E6B}" destId="{0F544252-7B68-4B4F-B029-D019892A612B}" srcOrd="1" destOrd="0" parTransId="{51C5611E-369F-4930-B4BF-83B735601DE8}" sibTransId="{F9C6D42C-9F9F-43F7-A286-5FB1E424640D}"/>
    <dgm:cxn modelId="{7F7E0869-0AF3-484E-B239-599EEC879AFB}" type="presParOf" srcId="{E86ADEB1-4342-46D8-9971-05155ED82A0C}" destId="{9355F1CE-C609-4B0F-A16C-3B475830E35D}" srcOrd="0" destOrd="0" presId="urn:microsoft.com/office/officeart/2005/8/layout/vList2"/>
    <dgm:cxn modelId="{81A9325D-4511-458B-8019-365BFF76DB60}" type="presParOf" srcId="{E86ADEB1-4342-46D8-9971-05155ED82A0C}" destId="{4DE59A8E-3E37-4037-A0E9-072DA3DDE2E4}" srcOrd="1" destOrd="0" presId="urn:microsoft.com/office/officeart/2005/8/layout/vList2"/>
    <dgm:cxn modelId="{22F133BD-C3B0-4311-862B-AB24CEF5AC0D}" type="presParOf" srcId="{E86ADEB1-4342-46D8-9971-05155ED82A0C}" destId="{5518535D-05C3-4F8B-8A45-00335DD10C7B}" srcOrd="2" destOrd="0" presId="urn:microsoft.com/office/officeart/2005/8/layout/vList2"/>
    <dgm:cxn modelId="{65A498CB-62D5-41FD-934F-9CC795DB9DEF}" type="presParOf" srcId="{E86ADEB1-4342-46D8-9971-05155ED82A0C}" destId="{D51C165F-CBE7-46E1-BF96-34CB66F96988}" srcOrd="3" destOrd="0" presId="urn:microsoft.com/office/officeart/2005/8/layout/vList2"/>
    <dgm:cxn modelId="{14C483FB-D92C-4D8E-9B3D-9C3C53360C7F}" type="presParOf" srcId="{E86ADEB1-4342-46D8-9971-05155ED82A0C}" destId="{B8294595-2004-43E2-BD6B-52EE5BD3A274}" srcOrd="4" destOrd="0" presId="urn:microsoft.com/office/officeart/2005/8/layout/vList2"/>
    <dgm:cxn modelId="{00C2F3B0-02AC-46C8-AEDD-94B54863D799}" type="presParOf" srcId="{E86ADEB1-4342-46D8-9971-05155ED82A0C}" destId="{82E7916E-AB3D-4E15-9E63-468EE1655182}" srcOrd="5" destOrd="0" presId="urn:microsoft.com/office/officeart/2005/8/layout/vList2"/>
    <dgm:cxn modelId="{520EDFF0-6020-46AF-B649-48F0A31D97D4}" type="presParOf" srcId="{E86ADEB1-4342-46D8-9971-05155ED82A0C}" destId="{FED2DDA6-54B8-4D00-99E4-8631E7BBEB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56CEA9-4EC1-46B7-87B3-D7768EA16E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79DE570-11C3-43A8-B3FF-66E3ED9CA9AD}">
      <dgm:prSet/>
      <dgm:spPr/>
      <dgm:t>
        <a:bodyPr/>
        <a:lstStyle/>
        <a:p>
          <a:r>
            <a:rPr lang="hr-HR"/>
            <a:t>prima i obrađuje HTTP zahtjeve korisnika</a:t>
          </a:r>
          <a:endParaRPr lang="en-US" dirty="0"/>
        </a:p>
      </dgm:t>
    </dgm:pt>
    <dgm:pt modelId="{746999BA-7C19-4E0D-B813-BA59CC649122}" type="parTrans" cxnId="{E65E3B4D-F5D2-430C-AF36-20450A6D9785}">
      <dgm:prSet/>
      <dgm:spPr/>
      <dgm:t>
        <a:bodyPr/>
        <a:lstStyle/>
        <a:p>
          <a:endParaRPr lang="en-US"/>
        </a:p>
      </dgm:t>
    </dgm:pt>
    <dgm:pt modelId="{F6D75E8C-48C3-455D-A44F-025CB269E0D1}" type="sibTrans" cxnId="{E65E3B4D-F5D2-430C-AF36-20450A6D9785}">
      <dgm:prSet/>
      <dgm:spPr/>
      <dgm:t>
        <a:bodyPr/>
        <a:lstStyle/>
        <a:p>
          <a:endParaRPr lang="en-US"/>
        </a:p>
      </dgm:t>
    </dgm:pt>
    <dgm:pt modelId="{BE8A5870-8300-47BB-B66C-9C8CF2AE8935}">
      <dgm:prSet/>
      <dgm:spPr/>
      <dgm:t>
        <a:bodyPr/>
        <a:lstStyle/>
        <a:p>
          <a:r>
            <a:rPr lang="hr-HR"/>
            <a:t>provodi autentifikaciju i autorizaciju pomoću OAuth 2.0 protokola</a:t>
          </a:r>
          <a:endParaRPr lang="hr-HR" dirty="0"/>
        </a:p>
      </dgm:t>
    </dgm:pt>
    <dgm:pt modelId="{431BD9C9-A610-4312-B948-CADDEBDD6B42}" type="parTrans" cxnId="{E247CA30-1C49-467A-A68C-6BB928378298}">
      <dgm:prSet/>
      <dgm:spPr/>
      <dgm:t>
        <a:bodyPr/>
        <a:lstStyle/>
        <a:p>
          <a:endParaRPr lang="hr-HR"/>
        </a:p>
      </dgm:t>
    </dgm:pt>
    <dgm:pt modelId="{D3FAEFFD-2C6A-4F90-A044-F57475BD4932}" type="sibTrans" cxnId="{E247CA30-1C49-467A-A68C-6BB928378298}">
      <dgm:prSet/>
      <dgm:spPr/>
      <dgm:t>
        <a:bodyPr/>
        <a:lstStyle/>
        <a:p>
          <a:endParaRPr lang="hr-HR"/>
        </a:p>
      </dgm:t>
    </dgm:pt>
    <dgm:pt modelId="{068148C0-6D2B-4EF0-95F9-F99C1CC1BA17}">
      <dgm:prSet/>
      <dgm:spPr/>
      <dgm:t>
        <a:bodyPr/>
        <a:lstStyle/>
        <a:p>
          <a:r>
            <a:rPr lang="hr-HR"/>
            <a:t>komunicira s bazom podataka (MongoDB) kroz modelne slojeve</a:t>
          </a:r>
          <a:endParaRPr lang="hr-HR" dirty="0"/>
        </a:p>
      </dgm:t>
    </dgm:pt>
    <dgm:pt modelId="{C9DB8F22-CD44-4550-99CC-D6B16C4CA6E1}" type="parTrans" cxnId="{505AFDDF-7175-4F7A-9449-7D29034828C3}">
      <dgm:prSet/>
      <dgm:spPr/>
      <dgm:t>
        <a:bodyPr/>
        <a:lstStyle/>
        <a:p>
          <a:endParaRPr lang="hr-HR"/>
        </a:p>
      </dgm:t>
    </dgm:pt>
    <dgm:pt modelId="{A9AE365B-EAE6-4B7E-988F-B1C1D2C4C68C}" type="sibTrans" cxnId="{505AFDDF-7175-4F7A-9449-7D29034828C3}">
      <dgm:prSet/>
      <dgm:spPr/>
      <dgm:t>
        <a:bodyPr/>
        <a:lstStyle/>
        <a:p>
          <a:endParaRPr lang="hr-HR"/>
        </a:p>
      </dgm:t>
    </dgm:pt>
    <dgm:pt modelId="{06920E0C-FB4A-406A-A968-2653A4964A9E}">
      <dgm:prSet/>
      <dgm:spPr/>
      <dgm:t>
        <a:bodyPr/>
        <a:lstStyle/>
        <a:p>
          <a:r>
            <a:rPr lang="hr-HR"/>
            <a:t>vraća odgovore u JSON formatu prema frontend aplikaciji</a:t>
          </a:r>
          <a:endParaRPr lang="hr-HR" dirty="0"/>
        </a:p>
      </dgm:t>
    </dgm:pt>
    <dgm:pt modelId="{C269FC85-BF1A-4745-9876-DEB3BEBB8BB5}" type="parTrans" cxnId="{BCD7B805-2322-4421-BE46-48BF7BFC4255}">
      <dgm:prSet/>
      <dgm:spPr/>
      <dgm:t>
        <a:bodyPr/>
        <a:lstStyle/>
        <a:p>
          <a:endParaRPr lang="hr-HR"/>
        </a:p>
      </dgm:t>
    </dgm:pt>
    <dgm:pt modelId="{C8F7F5E6-45FB-49AE-AC34-91F766044723}" type="sibTrans" cxnId="{BCD7B805-2322-4421-BE46-48BF7BFC4255}">
      <dgm:prSet/>
      <dgm:spPr/>
      <dgm:t>
        <a:bodyPr/>
        <a:lstStyle/>
        <a:p>
          <a:endParaRPr lang="hr-HR"/>
        </a:p>
      </dgm:t>
    </dgm:pt>
    <dgm:pt modelId="{E86ADEB1-4342-46D8-9971-05155ED82A0C}" type="pres">
      <dgm:prSet presAssocID="{8856CEA9-4EC1-46B7-87B3-D7768EA16E6B}" presName="linear" presStyleCnt="0">
        <dgm:presLayoutVars>
          <dgm:animLvl val="lvl"/>
          <dgm:resizeHandles val="exact"/>
        </dgm:presLayoutVars>
      </dgm:prSet>
      <dgm:spPr/>
    </dgm:pt>
    <dgm:pt modelId="{9355F1CE-C609-4B0F-A16C-3B475830E35D}" type="pres">
      <dgm:prSet presAssocID="{079DE570-11C3-43A8-B3FF-66E3ED9CA9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E59A8E-3E37-4037-A0E9-072DA3DDE2E4}" type="pres">
      <dgm:prSet presAssocID="{F6D75E8C-48C3-455D-A44F-025CB269E0D1}" presName="spacer" presStyleCnt="0"/>
      <dgm:spPr/>
    </dgm:pt>
    <dgm:pt modelId="{3B95FADD-A755-414D-B17E-E43AC06658C1}" type="pres">
      <dgm:prSet presAssocID="{BE8A5870-8300-47BB-B66C-9C8CF2AE89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DE8285-2DB2-4C2A-BE1A-B131F3FC523C}" type="pres">
      <dgm:prSet presAssocID="{D3FAEFFD-2C6A-4F90-A044-F57475BD4932}" presName="spacer" presStyleCnt="0"/>
      <dgm:spPr/>
    </dgm:pt>
    <dgm:pt modelId="{C0B6A981-5FDE-40D9-9300-3A9FC1F5A548}" type="pres">
      <dgm:prSet presAssocID="{068148C0-6D2B-4EF0-95F9-F99C1CC1BA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FF1C4F-7AF0-47A4-9949-4500EF835B26}" type="pres">
      <dgm:prSet presAssocID="{A9AE365B-EAE6-4B7E-988F-B1C1D2C4C68C}" presName="spacer" presStyleCnt="0"/>
      <dgm:spPr/>
    </dgm:pt>
    <dgm:pt modelId="{B9DD6FC2-5A4C-4D57-9464-53F90DCE7CDC}" type="pres">
      <dgm:prSet presAssocID="{06920E0C-FB4A-406A-A968-2653A4964A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D7B805-2322-4421-BE46-48BF7BFC4255}" srcId="{8856CEA9-4EC1-46B7-87B3-D7768EA16E6B}" destId="{06920E0C-FB4A-406A-A968-2653A4964A9E}" srcOrd="3" destOrd="0" parTransId="{C269FC85-BF1A-4745-9876-DEB3BEBB8BB5}" sibTransId="{C8F7F5E6-45FB-49AE-AC34-91F766044723}"/>
    <dgm:cxn modelId="{D7349729-9EBE-49C5-B178-844EAE0CE763}" type="presOf" srcId="{068148C0-6D2B-4EF0-95F9-F99C1CC1BA17}" destId="{C0B6A981-5FDE-40D9-9300-3A9FC1F5A548}" srcOrd="0" destOrd="0" presId="urn:microsoft.com/office/officeart/2005/8/layout/vList2"/>
    <dgm:cxn modelId="{E247CA30-1C49-467A-A68C-6BB928378298}" srcId="{8856CEA9-4EC1-46B7-87B3-D7768EA16E6B}" destId="{BE8A5870-8300-47BB-B66C-9C8CF2AE8935}" srcOrd="1" destOrd="0" parTransId="{431BD9C9-A610-4312-B948-CADDEBDD6B42}" sibTransId="{D3FAEFFD-2C6A-4F90-A044-F57475BD4932}"/>
    <dgm:cxn modelId="{E65E3B4D-F5D2-430C-AF36-20450A6D9785}" srcId="{8856CEA9-4EC1-46B7-87B3-D7768EA16E6B}" destId="{079DE570-11C3-43A8-B3FF-66E3ED9CA9AD}" srcOrd="0" destOrd="0" parTransId="{746999BA-7C19-4E0D-B813-BA59CC649122}" sibTransId="{F6D75E8C-48C3-455D-A44F-025CB269E0D1}"/>
    <dgm:cxn modelId="{A14A0371-284C-4A96-88B3-D78BEB6DA043}" type="presOf" srcId="{BE8A5870-8300-47BB-B66C-9C8CF2AE8935}" destId="{3B95FADD-A755-414D-B17E-E43AC06658C1}" srcOrd="0" destOrd="0" presId="urn:microsoft.com/office/officeart/2005/8/layout/vList2"/>
    <dgm:cxn modelId="{11D33E56-5351-484B-80CF-B1FC5BE78CD9}" type="presOf" srcId="{079DE570-11C3-43A8-B3FF-66E3ED9CA9AD}" destId="{9355F1CE-C609-4B0F-A16C-3B475830E35D}" srcOrd="0" destOrd="0" presId="urn:microsoft.com/office/officeart/2005/8/layout/vList2"/>
    <dgm:cxn modelId="{95C4DBB2-01D3-4FB2-AE1F-0541B290AA04}" type="presOf" srcId="{8856CEA9-4EC1-46B7-87B3-D7768EA16E6B}" destId="{E86ADEB1-4342-46D8-9971-05155ED82A0C}" srcOrd="0" destOrd="0" presId="urn:microsoft.com/office/officeart/2005/8/layout/vList2"/>
    <dgm:cxn modelId="{951628C5-C0C7-4466-8F65-C4F3A3AADDFB}" type="presOf" srcId="{06920E0C-FB4A-406A-A968-2653A4964A9E}" destId="{B9DD6FC2-5A4C-4D57-9464-53F90DCE7CDC}" srcOrd="0" destOrd="0" presId="urn:microsoft.com/office/officeart/2005/8/layout/vList2"/>
    <dgm:cxn modelId="{505AFDDF-7175-4F7A-9449-7D29034828C3}" srcId="{8856CEA9-4EC1-46B7-87B3-D7768EA16E6B}" destId="{068148C0-6D2B-4EF0-95F9-F99C1CC1BA17}" srcOrd="2" destOrd="0" parTransId="{C9DB8F22-CD44-4550-99CC-D6B16C4CA6E1}" sibTransId="{A9AE365B-EAE6-4B7E-988F-B1C1D2C4C68C}"/>
    <dgm:cxn modelId="{7F7E0869-0AF3-484E-B239-599EEC879AFB}" type="presParOf" srcId="{E86ADEB1-4342-46D8-9971-05155ED82A0C}" destId="{9355F1CE-C609-4B0F-A16C-3B475830E35D}" srcOrd="0" destOrd="0" presId="urn:microsoft.com/office/officeart/2005/8/layout/vList2"/>
    <dgm:cxn modelId="{81A9325D-4511-458B-8019-365BFF76DB60}" type="presParOf" srcId="{E86ADEB1-4342-46D8-9971-05155ED82A0C}" destId="{4DE59A8E-3E37-4037-A0E9-072DA3DDE2E4}" srcOrd="1" destOrd="0" presId="urn:microsoft.com/office/officeart/2005/8/layout/vList2"/>
    <dgm:cxn modelId="{5C97D3C5-9B91-42D6-8EC7-A7D588994C6B}" type="presParOf" srcId="{E86ADEB1-4342-46D8-9971-05155ED82A0C}" destId="{3B95FADD-A755-414D-B17E-E43AC06658C1}" srcOrd="2" destOrd="0" presId="urn:microsoft.com/office/officeart/2005/8/layout/vList2"/>
    <dgm:cxn modelId="{A037611E-E298-4A43-835A-198E56A3D0E8}" type="presParOf" srcId="{E86ADEB1-4342-46D8-9971-05155ED82A0C}" destId="{89DE8285-2DB2-4C2A-BE1A-B131F3FC523C}" srcOrd="3" destOrd="0" presId="urn:microsoft.com/office/officeart/2005/8/layout/vList2"/>
    <dgm:cxn modelId="{BC113340-E645-41FC-8CC1-85CBCF214A72}" type="presParOf" srcId="{E86ADEB1-4342-46D8-9971-05155ED82A0C}" destId="{C0B6A981-5FDE-40D9-9300-3A9FC1F5A548}" srcOrd="4" destOrd="0" presId="urn:microsoft.com/office/officeart/2005/8/layout/vList2"/>
    <dgm:cxn modelId="{B3476B7F-2534-46E4-9716-FB01DAE58FC0}" type="presParOf" srcId="{E86ADEB1-4342-46D8-9971-05155ED82A0C}" destId="{2DFF1C4F-7AF0-47A4-9949-4500EF835B26}" srcOrd="5" destOrd="0" presId="urn:microsoft.com/office/officeart/2005/8/layout/vList2"/>
    <dgm:cxn modelId="{C04F1A05-2541-4B4F-84E0-CAE64260CCC8}" type="presParOf" srcId="{E86ADEB1-4342-46D8-9971-05155ED82A0C}" destId="{B9DD6FC2-5A4C-4D57-9464-53F90DCE7C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56CEA9-4EC1-46B7-87B3-D7768EA16E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79DE570-11C3-43A8-B3FF-66E3ED9CA9AD}">
      <dgm:prSet/>
      <dgm:spPr/>
      <dgm:t>
        <a:bodyPr/>
        <a:lstStyle/>
        <a:p>
          <a:r>
            <a:rPr lang="hr-HR" dirty="0" err="1"/>
            <a:t>NoSQL</a:t>
          </a:r>
          <a:r>
            <a:rPr lang="hr-HR" dirty="0"/>
            <a:t> baza podataka namijenjena za pohranu korisničkih podataka, oglasa igara, ponuda za zamjenu i arhive zamjena</a:t>
          </a:r>
          <a:endParaRPr lang="en-US" dirty="0"/>
        </a:p>
      </dgm:t>
    </dgm:pt>
    <dgm:pt modelId="{746999BA-7C19-4E0D-B813-BA59CC649122}" type="parTrans" cxnId="{E65E3B4D-F5D2-430C-AF36-20450A6D9785}">
      <dgm:prSet/>
      <dgm:spPr/>
      <dgm:t>
        <a:bodyPr/>
        <a:lstStyle/>
        <a:p>
          <a:endParaRPr lang="en-US"/>
        </a:p>
      </dgm:t>
    </dgm:pt>
    <dgm:pt modelId="{F6D75E8C-48C3-455D-A44F-025CB269E0D1}" type="sibTrans" cxnId="{E65E3B4D-F5D2-430C-AF36-20450A6D9785}">
      <dgm:prSet/>
      <dgm:spPr/>
      <dgm:t>
        <a:bodyPr/>
        <a:lstStyle/>
        <a:p>
          <a:endParaRPr lang="en-US"/>
        </a:p>
      </dgm:t>
    </dgm:pt>
    <dgm:pt modelId="{A54E2DA8-95F0-4F6D-A4D1-8DCBE99948ED}">
      <dgm:prSet/>
      <dgm:spPr/>
      <dgm:t>
        <a:bodyPr/>
        <a:lstStyle/>
        <a:p>
          <a:r>
            <a:rPr lang="hr-HR"/>
            <a:t>podatci se pohranjuju u JSON-like dokumentima što omogućuje fleksibilnost i brzo dohvaćanje podataka</a:t>
          </a:r>
          <a:endParaRPr lang="hr-HR" dirty="0"/>
        </a:p>
      </dgm:t>
    </dgm:pt>
    <dgm:pt modelId="{7D7D1948-79C8-4F34-8BC8-7DB367293C84}" type="parTrans" cxnId="{825ABFA0-9826-40AA-9F6B-E73B17509CA3}">
      <dgm:prSet/>
      <dgm:spPr/>
      <dgm:t>
        <a:bodyPr/>
        <a:lstStyle/>
        <a:p>
          <a:endParaRPr lang="hr-HR"/>
        </a:p>
      </dgm:t>
    </dgm:pt>
    <dgm:pt modelId="{3F9AF5BA-F5C1-4031-97A6-22912576F04F}" type="sibTrans" cxnId="{825ABFA0-9826-40AA-9F6B-E73B17509CA3}">
      <dgm:prSet/>
      <dgm:spPr/>
      <dgm:t>
        <a:bodyPr/>
        <a:lstStyle/>
        <a:p>
          <a:endParaRPr lang="hr-HR"/>
        </a:p>
      </dgm:t>
    </dgm:pt>
    <dgm:pt modelId="{E86ADEB1-4342-46D8-9971-05155ED82A0C}" type="pres">
      <dgm:prSet presAssocID="{8856CEA9-4EC1-46B7-87B3-D7768EA16E6B}" presName="linear" presStyleCnt="0">
        <dgm:presLayoutVars>
          <dgm:animLvl val="lvl"/>
          <dgm:resizeHandles val="exact"/>
        </dgm:presLayoutVars>
      </dgm:prSet>
      <dgm:spPr/>
    </dgm:pt>
    <dgm:pt modelId="{9355F1CE-C609-4B0F-A16C-3B475830E35D}" type="pres">
      <dgm:prSet presAssocID="{079DE570-11C3-43A8-B3FF-66E3ED9CA9A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E59A8E-3E37-4037-A0E9-072DA3DDE2E4}" type="pres">
      <dgm:prSet presAssocID="{F6D75E8C-48C3-455D-A44F-025CB269E0D1}" presName="spacer" presStyleCnt="0"/>
      <dgm:spPr/>
    </dgm:pt>
    <dgm:pt modelId="{902DE702-2E83-41D1-8BDE-A9191B133CE5}" type="pres">
      <dgm:prSet presAssocID="{A54E2DA8-95F0-4F6D-A4D1-8DCBE99948E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5E3B4D-F5D2-430C-AF36-20450A6D9785}" srcId="{8856CEA9-4EC1-46B7-87B3-D7768EA16E6B}" destId="{079DE570-11C3-43A8-B3FF-66E3ED9CA9AD}" srcOrd="0" destOrd="0" parTransId="{746999BA-7C19-4E0D-B813-BA59CC649122}" sibTransId="{F6D75E8C-48C3-455D-A44F-025CB269E0D1}"/>
    <dgm:cxn modelId="{11D33E56-5351-484B-80CF-B1FC5BE78CD9}" type="presOf" srcId="{079DE570-11C3-43A8-B3FF-66E3ED9CA9AD}" destId="{9355F1CE-C609-4B0F-A16C-3B475830E35D}" srcOrd="0" destOrd="0" presId="urn:microsoft.com/office/officeart/2005/8/layout/vList2"/>
    <dgm:cxn modelId="{42AD328A-A66B-4C29-8A1A-F0DE376896CD}" type="presOf" srcId="{A54E2DA8-95F0-4F6D-A4D1-8DCBE99948ED}" destId="{902DE702-2E83-41D1-8BDE-A9191B133CE5}" srcOrd="0" destOrd="0" presId="urn:microsoft.com/office/officeart/2005/8/layout/vList2"/>
    <dgm:cxn modelId="{825ABFA0-9826-40AA-9F6B-E73B17509CA3}" srcId="{8856CEA9-4EC1-46B7-87B3-D7768EA16E6B}" destId="{A54E2DA8-95F0-4F6D-A4D1-8DCBE99948ED}" srcOrd="1" destOrd="0" parTransId="{7D7D1948-79C8-4F34-8BC8-7DB367293C84}" sibTransId="{3F9AF5BA-F5C1-4031-97A6-22912576F04F}"/>
    <dgm:cxn modelId="{95C4DBB2-01D3-4FB2-AE1F-0541B290AA04}" type="presOf" srcId="{8856CEA9-4EC1-46B7-87B3-D7768EA16E6B}" destId="{E86ADEB1-4342-46D8-9971-05155ED82A0C}" srcOrd="0" destOrd="0" presId="urn:microsoft.com/office/officeart/2005/8/layout/vList2"/>
    <dgm:cxn modelId="{7F7E0869-0AF3-484E-B239-599EEC879AFB}" type="presParOf" srcId="{E86ADEB1-4342-46D8-9971-05155ED82A0C}" destId="{9355F1CE-C609-4B0F-A16C-3B475830E35D}" srcOrd="0" destOrd="0" presId="urn:microsoft.com/office/officeart/2005/8/layout/vList2"/>
    <dgm:cxn modelId="{81A9325D-4511-458B-8019-365BFF76DB60}" type="presParOf" srcId="{E86ADEB1-4342-46D8-9971-05155ED82A0C}" destId="{4DE59A8E-3E37-4037-A0E9-072DA3DDE2E4}" srcOrd="1" destOrd="0" presId="urn:microsoft.com/office/officeart/2005/8/layout/vList2"/>
    <dgm:cxn modelId="{0C0A832E-83B4-44B4-B93B-7D219BEEEEB2}" type="presParOf" srcId="{E86ADEB1-4342-46D8-9971-05155ED82A0C}" destId="{902DE702-2E83-41D1-8BDE-A9191B133CE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30C139-371C-4C75-B4FD-155F2441F05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477B0D-8FE9-4B89-BA20-83C59F37996F}">
      <dgm:prSet/>
      <dgm:spPr/>
      <dgm:t>
        <a:bodyPr/>
        <a:lstStyle/>
        <a:p>
          <a:r>
            <a:rPr lang="hr-HR"/>
            <a:t>Komunikacija između elemenata podsustava odvija se putem </a:t>
          </a:r>
          <a:r>
            <a:rPr lang="hr-HR" b="1"/>
            <a:t>HTTP(S)</a:t>
          </a:r>
          <a:r>
            <a:rPr lang="hr-HR"/>
            <a:t> protokola.</a:t>
          </a:r>
          <a:endParaRPr lang="en-US"/>
        </a:p>
      </dgm:t>
    </dgm:pt>
    <dgm:pt modelId="{B0FC9669-BBB8-4767-AC97-EF8B72B35D79}" type="parTrans" cxnId="{D918C0A6-2C9A-45B4-A08B-D39F26C8E8C7}">
      <dgm:prSet/>
      <dgm:spPr/>
      <dgm:t>
        <a:bodyPr/>
        <a:lstStyle/>
        <a:p>
          <a:endParaRPr lang="en-US"/>
        </a:p>
      </dgm:t>
    </dgm:pt>
    <dgm:pt modelId="{6BF291DF-9B20-485D-8D93-442D3A461B0D}" type="sibTrans" cxnId="{D918C0A6-2C9A-45B4-A08B-D39F26C8E8C7}">
      <dgm:prSet/>
      <dgm:spPr/>
      <dgm:t>
        <a:bodyPr/>
        <a:lstStyle/>
        <a:p>
          <a:endParaRPr lang="en-US"/>
        </a:p>
      </dgm:t>
    </dgm:pt>
    <dgm:pt modelId="{D31CAB6B-71E7-4C9F-BA78-457F03A83887}">
      <dgm:prSet/>
      <dgm:spPr/>
      <dgm:t>
        <a:bodyPr/>
        <a:lstStyle/>
        <a:p>
          <a:r>
            <a:rPr lang="hr-HR"/>
            <a:t>Frontend šalje zahtjeve prema backendu (npr. </a:t>
          </a:r>
          <a:r>
            <a:rPr lang="hr-HR" b="1"/>
            <a:t>GET</a:t>
          </a:r>
          <a:r>
            <a:rPr lang="hr-HR"/>
            <a:t>), a backend odgovara JSON objektima.</a:t>
          </a:r>
          <a:endParaRPr lang="en-US"/>
        </a:p>
      </dgm:t>
    </dgm:pt>
    <dgm:pt modelId="{CCE6A93B-6D21-432C-A0BD-A798709A9296}" type="parTrans" cxnId="{44381782-6FE0-4A96-B033-BFB15553BF90}">
      <dgm:prSet/>
      <dgm:spPr/>
      <dgm:t>
        <a:bodyPr/>
        <a:lstStyle/>
        <a:p>
          <a:endParaRPr lang="en-US"/>
        </a:p>
      </dgm:t>
    </dgm:pt>
    <dgm:pt modelId="{F3C8F8B4-A7D0-4445-B718-F4C89049FEB8}" type="sibTrans" cxnId="{44381782-6FE0-4A96-B033-BFB15553BF90}">
      <dgm:prSet/>
      <dgm:spPr/>
      <dgm:t>
        <a:bodyPr/>
        <a:lstStyle/>
        <a:p>
          <a:endParaRPr lang="en-US"/>
        </a:p>
      </dgm:t>
    </dgm:pt>
    <dgm:pt modelId="{E08AC121-301C-44F3-8754-6A14ADA4C64B}">
      <dgm:prSet/>
      <dgm:spPr/>
      <dgm:t>
        <a:bodyPr/>
        <a:lstStyle/>
        <a:p>
          <a:r>
            <a:rPr lang="hr-HR"/>
            <a:t>Sigurna autentifikacija korisnika odvija se putem </a:t>
          </a:r>
          <a:r>
            <a:rPr lang="hr-HR" b="1"/>
            <a:t>OAuth 2.0</a:t>
          </a:r>
          <a:r>
            <a:rPr lang="hr-HR"/>
            <a:t> protokola korištenjem tokena.</a:t>
          </a:r>
          <a:endParaRPr lang="en-US"/>
        </a:p>
      </dgm:t>
    </dgm:pt>
    <dgm:pt modelId="{D2FF10CC-DE19-445A-AF11-1D4CF72A1D91}" type="parTrans" cxnId="{68F76747-D1DC-488E-B2CB-629BF8BEDCCB}">
      <dgm:prSet/>
      <dgm:spPr/>
      <dgm:t>
        <a:bodyPr/>
        <a:lstStyle/>
        <a:p>
          <a:endParaRPr lang="en-US"/>
        </a:p>
      </dgm:t>
    </dgm:pt>
    <dgm:pt modelId="{ED6B9EB9-2DCE-4ACC-BA84-D53D395E663F}" type="sibTrans" cxnId="{68F76747-D1DC-488E-B2CB-629BF8BEDCCB}">
      <dgm:prSet/>
      <dgm:spPr/>
      <dgm:t>
        <a:bodyPr/>
        <a:lstStyle/>
        <a:p>
          <a:endParaRPr lang="en-US"/>
        </a:p>
      </dgm:t>
    </dgm:pt>
    <dgm:pt modelId="{2C9F9126-B775-44E1-B1A5-B5A9BA18F068}" type="pres">
      <dgm:prSet presAssocID="{6130C139-371C-4C75-B4FD-155F2441F0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F7C977-CED2-4F9A-86CE-152C661C977E}" type="pres">
      <dgm:prSet presAssocID="{97477B0D-8FE9-4B89-BA20-83C59F37996F}" presName="hierRoot1" presStyleCnt="0"/>
      <dgm:spPr/>
    </dgm:pt>
    <dgm:pt modelId="{ADB37001-617C-4136-9554-E1080F798B85}" type="pres">
      <dgm:prSet presAssocID="{97477B0D-8FE9-4B89-BA20-83C59F37996F}" presName="composite" presStyleCnt="0"/>
      <dgm:spPr/>
    </dgm:pt>
    <dgm:pt modelId="{2F7942CA-9562-4D1B-A611-0A522F79753F}" type="pres">
      <dgm:prSet presAssocID="{97477B0D-8FE9-4B89-BA20-83C59F37996F}" presName="background" presStyleLbl="node0" presStyleIdx="0" presStyleCnt="3"/>
      <dgm:spPr/>
    </dgm:pt>
    <dgm:pt modelId="{CBA8F31A-B1F9-441F-B897-3E29506BE009}" type="pres">
      <dgm:prSet presAssocID="{97477B0D-8FE9-4B89-BA20-83C59F37996F}" presName="text" presStyleLbl="fgAcc0" presStyleIdx="0" presStyleCnt="3">
        <dgm:presLayoutVars>
          <dgm:chPref val="3"/>
        </dgm:presLayoutVars>
      </dgm:prSet>
      <dgm:spPr/>
    </dgm:pt>
    <dgm:pt modelId="{6C6922F4-2995-4F23-8BA3-FC3F1AE5009A}" type="pres">
      <dgm:prSet presAssocID="{97477B0D-8FE9-4B89-BA20-83C59F37996F}" presName="hierChild2" presStyleCnt="0"/>
      <dgm:spPr/>
    </dgm:pt>
    <dgm:pt modelId="{700083A3-0F4B-41B4-8187-DBB0CC72A74D}" type="pres">
      <dgm:prSet presAssocID="{D31CAB6B-71E7-4C9F-BA78-457F03A83887}" presName="hierRoot1" presStyleCnt="0"/>
      <dgm:spPr/>
    </dgm:pt>
    <dgm:pt modelId="{73710D4A-A5EB-4A41-8D89-F6B389CBDEBB}" type="pres">
      <dgm:prSet presAssocID="{D31CAB6B-71E7-4C9F-BA78-457F03A83887}" presName="composite" presStyleCnt="0"/>
      <dgm:spPr/>
    </dgm:pt>
    <dgm:pt modelId="{D6A1D58F-9F29-4FEB-93C7-3BFB0D12D91D}" type="pres">
      <dgm:prSet presAssocID="{D31CAB6B-71E7-4C9F-BA78-457F03A83887}" presName="background" presStyleLbl="node0" presStyleIdx="1" presStyleCnt="3"/>
      <dgm:spPr/>
    </dgm:pt>
    <dgm:pt modelId="{97CD58EC-418C-4F6D-849F-993FB7821F6D}" type="pres">
      <dgm:prSet presAssocID="{D31CAB6B-71E7-4C9F-BA78-457F03A83887}" presName="text" presStyleLbl="fgAcc0" presStyleIdx="1" presStyleCnt="3">
        <dgm:presLayoutVars>
          <dgm:chPref val="3"/>
        </dgm:presLayoutVars>
      </dgm:prSet>
      <dgm:spPr/>
    </dgm:pt>
    <dgm:pt modelId="{F77223FE-4D04-40C9-94CD-6CDEC869EA12}" type="pres">
      <dgm:prSet presAssocID="{D31CAB6B-71E7-4C9F-BA78-457F03A83887}" presName="hierChild2" presStyleCnt="0"/>
      <dgm:spPr/>
    </dgm:pt>
    <dgm:pt modelId="{F32D7A24-B4A6-47CD-B09A-2D65BE5EE1E4}" type="pres">
      <dgm:prSet presAssocID="{E08AC121-301C-44F3-8754-6A14ADA4C64B}" presName="hierRoot1" presStyleCnt="0"/>
      <dgm:spPr/>
    </dgm:pt>
    <dgm:pt modelId="{41991E77-C390-4CB6-9232-2004C1554CAB}" type="pres">
      <dgm:prSet presAssocID="{E08AC121-301C-44F3-8754-6A14ADA4C64B}" presName="composite" presStyleCnt="0"/>
      <dgm:spPr/>
    </dgm:pt>
    <dgm:pt modelId="{551BE8B8-7E3A-41EE-AA38-D1C6018AFA82}" type="pres">
      <dgm:prSet presAssocID="{E08AC121-301C-44F3-8754-6A14ADA4C64B}" presName="background" presStyleLbl="node0" presStyleIdx="2" presStyleCnt="3"/>
      <dgm:spPr/>
    </dgm:pt>
    <dgm:pt modelId="{B817E1D5-F1D5-4994-BEF2-3843A90DC6F1}" type="pres">
      <dgm:prSet presAssocID="{E08AC121-301C-44F3-8754-6A14ADA4C64B}" presName="text" presStyleLbl="fgAcc0" presStyleIdx="2" presStyleCnt="3">
        <dgm:presLayoutVars>
          <dgm:chPref val="3"/>
        </dgm:presLayoutVars>
      </dgm:prSet>
      <dgm:spPr/>
    </dgm:pt>
    <dgm:pt modelId="{714B4667-CF18-4326-A1D0-C9953E27C0EA}" type="pres">
      <dgm:prSet presAssocID="{E08AC121-301C-44F3-8754-6A14ADA4C64B}" presName="hierChild2" presStyleCnt="0"/>
      <dgm:spPr/>
    </dgm:pt>
  </dgm:ptLst>
  <dgm:cxnLst>
    <dgm:cxn modelId="{C7B24F0F-276D-4542-910E-36EA7481299D}" type="presOf" srcId="{D31CAB6B-71E7-4C9F-BA78-457F03A83887}" destId="{97CD58EC-418C-4F6D-849F-993FB7821F6D}" srcOrd="0" destOrd="0" presId="urn:microsoft.com/office/officeart/2005/8/layout/hierarchy1"/>
    <dgm:cxn modelId="{3BCCAB2E-6423-484B-A1E6-9E039457AA22}" type="presOf" srcId="{E08AC121-301C-44F3-8754-6A14ADA4C64B}" destId="{B817E1D5-F1D5-4994-BEF2-3843A90DC6F1}" srcOrd="0" destOrd="0" presId="urn:microsoft.com/office/officeart/2005/8/layout/hierarchy1"/>
    <dgm:cxn modelId="{68F76747-D1DC-488E-B2CB-629BF8BEDCCB}" srcId="{6130C139-371C-4C75-B4FD-155F2441F05F}" destId="{E08AC121-301C-44F3-8754-6A14ADA4C64B}" srcOrd="2" destOrd="0" parTransId="{D2FF10CC-DE19-445A-AF11-1D4CF72A1D91}" sibTransId="{ED6B9EB9-2DCE-4ACC-BA84-D53D395E663F}"/>
    <dgm:cxn modelId="{44381782-6FE0-4A96-B033-BFB15553BF90}" srcId="{6130C139-371C-4C75-B4FD-155F2441F05F}" destId="{D31CAB6B-71E7-4C9F-BA78-457F03A83887}" srcOrd="1" destOrd="0" parTransId="{CCE6A93B-6D21-432C-A0BD-A798709A9296}" sibTransId="{F3C8F8B4-A7D0-4445-B718-F4C89049FEB8}"/>
    <dgm:cxn modelId="{D918C0A6-2C9A-45B4-A08B-D39F26C8E8C7}" srcId="{6130C139-371C-4C75-B4FD-155F2441F05F}" destId="{97477B0D-8FE9-4B89-BA20-83C59F37996F}" srcOrd="0" destOrd="0" parTransId="{B0FC9669-BBB8-4767-AC97-EF8B72B35D79}" sibTransId="{6BF291DF-9B20-485D-8D93-442D3A461B0D}"/>
    <dgm:cxn modelId="{4D8278C2-6872-40B4-9412-F855A51E5024}" type="presOf" srcId="{97477B0D-8FE9-4B89-BA20-83C59F37996F}" destId="{CBA8F31A-B1F9-441F-B897-3E29506BE009}" srcOrd="0" destOrd="0" presId="urn:microsoft.com/office/officeart/2005/8/layout/hierarchy1"/>
    <dgm:cxn modelId="{34D9A4DB-2BCA-4DF3-AA1E-9CEB3B8C0699}" type="presOf" srcId="{6130C139-371C-4C75-B4FD-155F2441F05F}" destId="{2C9F9126-B775-44E1-B1A5-B5A9BA18F068}" srcOrd="0" destOrd="0" presId="urn:microsoft.com/office/officeart/2005/8/layout/hierarchy1"/>
    <dgm:cxn modelId="{27691538-05F8-4B62-BF6A-858E98F10F4C}" type="presParOf" srcId="{2C9F9126-B775-44E1-B1A5-B5A9BA18F068}" destId="{D1F7C977-CED2-4F9A-86CE-152C661C977E}" srcOrd="0" destOrd="0" presId="urn:microsoft.com/office/officeart/2005/8/layout/hierarchy1"/>
    <dgm:cxn modelId="{9CC840BC-E2C2-482A-9F27-6F0F25565A05}" type="presParOf" srcId="{D1F7C977-CED2-4F9A-86CE-152C661C977E}" destId="{ADB37001-617C-4136-9554-E1080F798B85}" srcOrd="0" destOrd="0" presId="urn:microsoft.com/office/officeart/2005/8/layout/hierarchy1"/>
    <dgm:cxn modelId="{90E60B88-E15C-4C8D-9D91-5BC59ED92DCD}" type="presParOf" srcId="{ADB37001-617C-4136-9554-E1080F798B85}" destId="{2F7942CA-9562-4D1B-A611-0A522F79753F}" srcOrd="0" destOrd="0" presId="urn:microsoft.com/office/officeart/2005/8/layout/hierarchy1"/>
    <dgm:cxn modelId="{D77D4E93-F4AB-4B86-B627-F9A007F2DEE5}" type="presParOf" srcId="{ADB37001-617C-4136-9554-E1080F798B85}" destId="{CBA8F31A-B1F9-441F-B897-3E29506BE009}" srcOrd="1" destOrd="0" presId="urn:microsoft.com/office/officeart/2005/8/layout/hierarchy1"/>
    <dgm:cxn modelId="{E030F33F-2C1C-4F2B-BAA1-BC9B2EF1DB58}" type="presParOf" srcId="{D1F7C977-CED2-4F9A-86CE-152C661C977E}" destId="{6C6922F4-2995-4F23-8BA3-FC3F1AE5009A}" srcOrd="1" destOrd="0" presId="urn:microsoft.com/office/officeart/2005/8/layout/hierarchy1"/>
    <dgm:cxn modelId="{5DB26B69-3189-49A0-8D42-DB36AC9295DF}" type="presParOf" srcId="{2C9F9126-B775-44E1-B1A5-B5A9BA18F068}" destId="{700083A3-0F4B-41B4-8187-DBB0CC72A74D}" srcOrd="1" destOrd="0" presId="urn:microsoft.com/office/officeart/2005/8/layout/hierarchy1"/>
    <dgm:cxn modelId="{5EC30185-460A-474A-86B8-6E6C08BD2A05}" type="presParOf" srcId="{700083A3-0F4B-41B4-8187-DBB0CC72A74D}" destId="{73710D4A-A5EB-4A41-8D89-F6B389CBDEBB}" srcOrd="0" destOrd="0" presId="urn:microsoft.com/office/officeart/2005/8/layout/hierarchy1"/>
    <dgm:cxn modelId="{A8EBAEC9-D9BA-4385-92FD-A4B7DFD3182D}" type="presParOf" srcId="{73710D4A-A5EB-4A41-8D89-F6B389CBDEBB}" destId="{D6A1D58F-9F29-4FEB-93C7-3BFB0D12D91D}" srcOrd="0" destOrd="0" presId="urn:microsoft.com/office/officeart/2005/8/layout/hierarchy1"/>
    <dgm:cxn modelId="{080C6FF0-7778-4CF1-86CF-497D8B4F13DE}" type="presParOf" srcId="{73710D4A-A5EB-4A41-8D89-F6B389CBDEBB}" destId="{97CD58EC-418C-4F6D-849F-993FB7821F6D}" srcOrd="1" destOrd="0" presId="urn:microsoft.com/office/officeart/2005/8/layout/hierarchy1"/>
    <dgm:cxn modelId="{56EC0A5B-1333-4742-99C5-A64BA8F8B1A8}" type="presParOf" srcId="{700083A3-0F4B-41B4-8187-DBB0CC72A74D}" destId="{F77223FE-4D04-40C9-94CD-6CDEC869EA12}" srcOrd="1" destOrd="0" presId="urn:microsoft.com/office/officeart/2005/8/layout/hierarchy1"/>
    <dgm:cxn modelId="{115BC9FB-59B4-41DA-B57D-9833140B41A5}" type="presParOf" srcId="{2C9F9126-B775-44E1-B1A5-B5A9BA18F068}" destId="{F32D7A24-B4A6-47CD-B09A-2D65BE5EE1E4}" srcOrd="2" destOrd="0" presId="urn:microsoft.com/office/officeart/2005/8/layout/hierarchy1"/>
    <dgm:cxn modelId="{F3CABFB1-92AD-4035-BE68-97AF7560B55C}" type="presParOf" srcId="{F32D7A24-B4A6-47CD-B09A-2D65BE5EE1E4}" destId="{41991E77-C390-4CB6-9232-2004C1554CAB}" srcOrd="0" destOrd="0" presId="urn:microsoft.com/office/officeart/2005/8/layout/hierarchy1"/>
    <dgm:cxn modelId="{F8158D1F-CA74-440C-990F-332888F822F0}" type="presParOf" srcId="{41991E77-C390-4CB6-9232-2004C1554CAB}" destId="{551BE8B8-7E3A-41EE-AA38-D1C6018AFA82}" srcOrd="0" destOrd="0" presId="urn:microsoft.com/office/officeart/2005/8/layout/hierarchy1"/>
    <dgm:cxn modelId="{53332985-FBBB-4838-A61B-A4E34BF3EF75}" type="presParOf" srcId="{41991E77-C390-4CB6-9232-2004C1554CAB}" destId="{B817E1D5-F1D5-4994-BEF2-3843A90DC6F1}" srcOrd="1" destOrd="0" presId="urn:microsoft.com/office/officeart/2005/8/layout/hierarchy1"/>
    <dgm:cxn modelId="{9B6E33EA-3102-47B6-B4DA-B2B41CC6D6E9}" type="presParOf" srcId="{F32D7A24-B4A6-47CD-B09A-2D65BE5EE1E4}" destId="{714B4667-CF18-4326-A1D0-C9953E27C0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2B75B-1E78-4046-9905-BD142827FA26}">
      <dsp:nvSpPr>
        <dsp:cNvPr id="0" name=""/>
        <dsp:cNvSpPr/>
      </dsp:nvSpPr>
      <dsp:spPr>
        <a:xfrm>
          <a:off x="3496905" y="2098"/>
          <a:ext cx="3934018" cy="1009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Web aplikacija za razmjenu drustvenih igara</a:t>
          </a:r>
          <a:endParaRPr lang="en-US" sz="2500" kern="1200"/>
        </a:p>
      </dsp:txBody>
      <dsp:txXfrm>
        <a:off x="3546175" y="51368"/>
        <a:ext cx="3835478" cy="910763"/>
      </dsp:txXfrm>
    </dsp:sp>
    <dsp:sp modelId="{2151A9FA-53AC-4293-852A-5C3AA3C83C76}">
      <dsp:nvSpPr>
        <dsp:cNvPr id="0" name=""/>
        <dsp:cNvSpPr/>
      </dsp:nvSpPr>
      <dsp:spPr>
        <a:xfrm>
          <a:off x="3496905" y="1061866"/>
          <a:ext cx="3934018" cy="1009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Korisnici objavljuju svoje igre</a:t>
          </a:r>
          <a:endParaRPr lang="en-US" sz="2500" kern="1200"/>
        </a:p>
      </dsp:txBody>
      <dsp:txXfrm>
        <a:off x="3546175" y="1111136"/>
        <a:ext cx="3835478" cy="910763"/>
      </dsp:txXfrm>
    </dsp:sp>
    <dsp:sp modelId="{B7F7F072-BE66-4DEE-966D-D4D08EAC5420}">
      <dsp:nvSpPr>
        <dsp:cNvPr id="0" name=""/>
        <dsp:cNvSpPr/>
      </dsp:nvSpPr>
      <dsp:spPr>
        <a:xfrm>
          <a:off x="3496905" y="2121635"/>
          <a:ext cx="3934018" cy="10093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Nude zamjene drugim korisnicima</a:t>
          </a:r>
          <a:endParaRPr lang="en-US" sz="2500" kern="1200"/>
        </a:p>
      </dsp:txBody>
      <dsp:txXfrm>
        <a:off x="3546175" y="2170905"/>
        <a:ext cx="3835478" cy="910763"/>
      </dsp:txXfrm>
    </dsp:sp>
    <dsp:sp modelId="{1D687551-1E8D-4E82-A4BE-840B126AB30B}">
      <dsp:nvSpPr>
        <dsp:cNvPr id="0" name=""/>
        <dsp:cNvSpPr/>
      </dsp:nvSpPr>
      <dsp:spPr>
        <a:xfrm>
          <a:off x="3496905" y="3181403"/>
          <a:ext cx="3934018" cy="10093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Administratori nadgledaju sadrzaj </a:t>
          </a:r>
          <a:endParaRPr lang="en-US" sz="2500" kern="1200"/>
        </a:p>
      </dsp:txBody>
      <dsp:txXfrm>
        <a:off x="3546175" y="3230673"/>
        <a:ext cx="3835478" cy="910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B8A12-7D4D-477B-8B29-C064F61AD1CE}">
      <dsp:nvSpPr>
        <dsp:cNvPr id="0" name=""/>
        <dsp:cNvSpPr/>
      </dsp:nvSpPr>
      <dsp:spPr>
        <a:xfrm>
          <a:off x="2096280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/>
            <a:t>18 funkcionalnih zahtjeva</a:t>
          </a:r>
          <a:endParaRPr lang="en-US" sz="2800" kern="1200"/>
        </a:p>
      </dsp:txBody>
      <dsp:txXfrm>
        <a:off x="2134862" y="40706"/>
        <a:ext cx="2557435" cy="1240135"/>
      </dsp:txXfrm>
    </dsp:sp>
    <dsp:sp modelId="{D06652A4-2A2A-4606-8BBD-68C1EDC02817}">
      <dsp:nvSpPr>
        <dsp:cNvPr id="0" name=""/>
        <dsp:cNvSpPr/>
      </dsp:nvSpPr>
      <dsp:spPr>
        <a:xfrm>
          <a:off x="2096280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/>
            <a:t>Po prioritetu:</a:t>
          </a:r>
          <a:endParaRPr lang="en-US" sz="2800" kern="1200"/>
        </a:p>
      </dsp:txBody>
      <dsp:txXfrm>
        <a:off x="2134862" y="1555601"/>
        <a:ext cx="2557435" cy="1240135"/>
      </dsp:txXfrm>
    </dsp:sp>
    <dsp:sp modelId="{6C65EB87-F9BD-4A7C-84E8-689B11EA8B92}">
      <dsp:nvSpPr>
        <dsp:cNvPr id="0" name=""/>
        <dsp:cNvSpPr/>
      </dsp:nvSpPr>
      <dsp:spPr>
        <a:xfrm rot="18289469">
          <a:off x="433510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1372086"/>
        <a:ext cx="92269" cy="92269"/>
      </dsp:txXfrm>
    </dsp:sp>
    <dsp:sp modelId="{2FAFB23E-5647-4746-A40B-429263976DB2}">
      <dsp:nvSpPr>
        <dsp:cNvPr id="0" name=""/>
        <dsp:cNvSpPr/>
      </dsp:nvSpPr>
      <dsp:spPr>
        <a:xfrm>
          <a:off x="5784719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visoki: 16</a:t>
          </a:r>
          <a:endParaRPr lang="en-US" sz="2800" kern="1200" dirty="0"/>
        </a:p>
      </dsp:txBody>
      <dsp:txXfrm>
        <a:off x="5823301" y="40706"/>
        <a:ext cx="2557435" cy="1240135"/>
      </dsp:txXfrm>
    </dsp:sp>
    <dsp:sp modelId="{FDA646E0-F8FA-434E-B540-5FFF5692D354}">
      <dsp:nvSpPr>
        <dsp:cNvPr id="0" name=""/>
        <dsp:cNvSpPr/>
      </dsp:nvSpPr>
      <dsp:spPr>
        <a:xfrm>
          <a:off x="473088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1454" y="2149323"/>
        <a:ext cx="52691" cy="52691"/>
      </dsp:txXfrm>
    </dsp:sp>
    <dsp:sp modelId="{D99DA499-D1A3-40E2-8FF3-A45A0822E04D}">
      <dsp:nvSpPr>
        <dsp:cNvPr id="0" name=""/>
        <dsp:cNvSpPr/>
      </dsp:nvSpPr>
      <dsp:spPr>
        <a:xfrm>
          <a:off x="578471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srednji: 2</a:t>
          </a:r>
          <a:endParaRPr lang="en-US" sz="2800" kern="1200" dirty="0"/>
        </a:p>
      </dsp:txBody>
      <dsp:txXfrm>
        <a:off x="5823301" y="1555601"/>
        <a:ext cx="2557435" cy="1240135"/>
      </dsp:txXfrm>
    </dsp:sp>
    <dsp:sp modelId="{2E72FBB8-E2A0-4EF7-8289-E229F19CE040}">
      <dsp:nvSpPr>
        <dsp:cNvPr id="0" name=""/>
        <dsp:cNvSpPr/>
      </dsp:nvSpPr>
      <dsp:spPr>
        <a:xfrm rot="3310531">
          <a:off x="433510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2886981"/>
        <a:ext cx="92269" cy="92269"/>
      </dsp:txXfrm>
    </dsp:sp>
    <dsp:sp modelId="{EE331849-8D95-440C-8853-13EB3B2A6C52}">
      <dsp:nvSpPr>
        <dsp:cNvPr id="0" name=""/>
        <dsp:cNvSpPr/>
      </dsp:nvSpPr>
      <dsp:spPr>
        <a:xfrm>
          <a:off x="5784719" y="3031913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niski: 0</a:t>
          </a:r>
          <a:endParaRPr lang="en-US" sz="2800" kern="1200" dirty="0"/>
        </a:p>
      </dsp:txBody>
      <dsp:txXfrm>
        <a:off x="5823301" y="3070495"/>
        <a:ext cx="2557435" cy="1240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2F6D5-C52B-468A-BB30-32F6FD229C3B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600D5-41FC-4093-93F3-72E6CFECC6FF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000" b="1" kern="1200"/>
            <a:t>Administrator</a:t>
          </a:r>
          <a:r>
            <a:rPr lang="hr-HR" sz="3000" kern="1200"/>
            <a:t> </a:t>
          </a:r>
          <a:endParaRPr lang="en-US" sz="3000" kern="1200"/>
        </a:p>
      </dsp:txBody>
      <dsp:txXfrm>
        <a:off x="376572" y="129590"/>
        <a:ext cx="4580321" cy="799138"/>
      </dsp:txXfrm>
    </dsp:sp>
    <dsp:sp modelId="{D3AE1130-92FD-468E-A827-6299022314FE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8D9C8-177D-4490-A723-1A2803382E30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000" b="1" kern="1200"/>
            <a:t>Registrirani korisnici</a:t>
          </a:r>
          <a:r>
            <a:rPr lang="hr-HR" sz="3000" kern="1200"/>
            <a:t> </a:t>
          </a:r>
          <a:endParaRPr lang="en-US" sz="3000" kern="1200"/>
        </a:p>
      </dsp:txBody>
      <dsp:txXfrm>
        <a:off x="376572" y="1490390"/>
        <a:ext cx="4580321" cy="799138"/>
      </dsp:txXfrm>
    </dsp:sp>
    <dsp:sp modelId="{21CE7C76-A9CC-4617-AD64-76C0ADDEB08F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69E73-86BD-47AF-B174-97BCE158F068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000" b="1" kern="1200"/>
            <a:t>Neregistrirani korisnici</a:t>
          </a:r>
          <a:r>
            <a:rPr lang="hr-HR" sz="3000" kern="1200"/>
            <a:t> </a:t>
          </a:r>
          <a:endParaRPr lang="en-US" sz="3000" kern="1200"/>
        </a:p>
      </dsp:txBody>
      <dsp:txXfrm>
        <a:off x="376572" y="2851190"/>
        <a:ext cx="4580321" cy="799138"/>
      </dsp:txXfrm>
    </dsp:sp>
    <dsp:sp modelId="{C08E5DB6-8DD8-4512-B362-FDBD8F2E506A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11B90-B5C2-4DF5-8369-D1E94381C44C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000" b="1" kern="1200"/>
            <a:t>Razvojni tim</a:t>
          </a:r>
          <a:endParaRPr lang="en-US" sz="3000" kern="1200"/>
        </a:p>
      </dsp:txBody>
      <dsp:txXfrm>
        <a:off x="376572" y="4211991"/>
        <a:ext cx="4580321" cy="799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342EC-8C14-42F9-A60B-3A7CFC4270EC}">
      <dsp:nvSpPr>
        <dsp:cNvPr id="0" name=""/>
        <dsp:cNvSpPr/>
      </dsp:nvSpPr>
      <dsp:spPr>
        <a:xfrm>
          <a:off x="0" y="555260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Za ovaj je sustav odabrana </a:t>
          </a:r>
          <a:r>
            <a:rPr lang="hr-HR" sz="1900" b="1" kern="1200"/>
            <a:t>klijent-poslužitelj</a:t>
          </a:r>
          <a:r>
            <a:rPr lang="hr-HR" sz="1900" kern="1200"/>
            <a:t> arhitektura u kojoj su frontend i backend jasno odvojeni i međusobno komuniciraju putem RESTful API-ja.</a:t>
          </a:r>
          <a:endParaRPr lang="en-US" sz="1900" kern="1200"/>
        </a:p>
      </dsp:txBody>
      <dsp:txXfrm>
        <a:off x="51003" y="606263"/>
        <a:ext cx="6564827" cy="942803"/>
      </dsp:txXfrm>
    </dsp:sp>
    <dsp:sp modelId="{FA3DDE66-B98C-4E98-8732-F9DFCBF36B81}">
      <dsp:nvSpPr>
        <dsp:cNvPr id="0" name=""/>
        <dsp:cNvSpPr/>
      </dsp:nvSpPr>
      <dsp:spPr>
        <a:xfrm>
          <a:off x="0" y="1654789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Frontend je implementiran u Reactu, dok je backend razvijen u Node.js okruženju koristeći Express okvir.</a:t>
          </a:r>
          <a:endParaRPr lang="en-US" sz="1900" kern="1200"/>
        </a:p>
      </dsp:txBody>
      <dsp:txXfrm>
        <a:off x="51003" y="1705792"/>
        <a:ext cx="6564827" cy="942803"/>
      </dsp:txXfrm>
    </dsp:sp>
    <dsp:sp modelId="{FFE2D8B7-ED8E-44A5-8388-32767D1820BC}">
      <dsp:nvSpPr>
        <dsp:cNvPr id="0" name=""/>
        <dsp:cNvSpPr/>
      </dsp:nvSpPr>
      <dsp:spPr>
        <a:xfrm>
          <a:off x="0" y="2754320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Podatci se razmjenjuju u JSON formatu putem HTTP protokola.</a:t>
          </a:r>
          <a:endParaRPr lang="en-US" sz="1900" kern="1200"/>
        </a:p>
      </dsp:txBody>
      <dsp:txXfrm>
        <a:off x="51003" y="2805323"/>
        <a:ext cx="6564827" cy="942803"/>
      </dsp:txXfrm>
    </dsp:sp>
    <dsp:sp modelId="{234863CF-1621-43E7-8A3A-51952EBB11BD}">
      <dsp:nvSpPr>
        <dsp:cNvPr id="0" name=""/>
        <dsp:cNvSpPr/>
      </dsp:nvSpPr>
      <dsp:spPr>
        <a:xfrm>
          <a:off x="0" y="3853850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Osim toga, sustav slijedi i načela MVC arhitekture, u kojoj je klijent (frontend) odgovoran za View sloj, dok je poslužitelj (backend) implementiran kroz Model i Controller sloj.</a:t>
          </a:r>
          <a:endParaRPr lang="en-US" sz="1900" kern="1200"/>
        </a:p>
      </dsp:txBody>
      <dsp:txXfrm>
        <a:off x="51003" y="3904853"/>
        <a:ext cx="6564827" cy="942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5F1CE-C609-4B0F-A16C-3B475830E35D}">
      <dsp:nvSpPr>
        <dsp:cNvPr id="0" name=""/>
        <dsp:cNvSpPr/>
      </dsp:nvSpPr>
      <dsp:spPr>
        <a:xfrm>
          <a:off x="0" y="46220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odgovoran za prikaz korisničkog sučelja i interakciju s korisnikom</a:t>
          </a:r>
          <a:endParaRPr lang="en-US" sz="2700" kern="1200"/>
        </a:p>
      </dsp:txBody>
      <dsp:txXfrm>
        <a:off x="52431" y="514631"/>
        <a:ext cx="6561971" cy="969198"/>
      </dsp:txXfrm>
    </dsp:sp>
    <dsp:sp modelId="{5518535D-05C3-4F8B-8A45-00335DD10C7B}">
      <dsp:nvSpPr>
        <dsp:cNvPr id="0" name=""/>
        <dsp:cNvSpPr/>
      </dsp:nvSpPr>
      <dsp:spPr>
        <a:xfrm>
          <a:off x="0" y="161402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slanje HTTP zahtjeva prema backendu putem REST API-ja</a:t>
          </a:r>
          <a:endParaRPr lang="en-US" sz="2700" kern="1200"/>
        </a:p>
      </dsp:txBody>
      <dsp:txXfrm>
        <a:off x="52431" y="1666451"/>
        <a:ext cx="6561971" cy="969198"/>
      </dsp:txXfrm>
    </dsp:sp>
    <dsp:sp modelId="{B8294595-2004-43E2-BD6B-52EE5BD3A274}">
      <dsp:nvSpPr>
        <dsp:cNvPr id="0" name=""/>
        <dsp:cNvSpPr/>
      </dsp:nvSpPr>
      <dsp:spPr>
        <a:xfrm>
          <a:off x="0" y="2765839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implementira prikaz rezultata i povratnih informacija u stvarnom vremenu</a:t>
          </a:r>
          <a:endParaRPr lang="en-US" sz="2700" kern="1200"/>
        </a:p>
      </dsp:txBody>
      <dsp:txXfrm>
        <a:off x="52431" y="2818270"/>
        <a:ext cx="6561971" cy="969198"/>
      </dsp:txXfrm>
    </dsp:sp>
    <dsp:sp modelId="{FED2DDA6-54B8-4D00-99E4-8631E7BBEBEF}">
      <dsp:nvSpPr>
        <dsp:cNvPr id="0" name=""/>
        <dsp:cNvSpPr/>
      </dsp:nvSpPr>
      <dsp:spPr>
        <a:xfrm>
          <a:off x="0" y="391766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responzivan dizajn omogućuje i korištenje aplikacije na mobilnim uređajima</a:t>
          </a:r>
          <a:endParaRPr lang="en-US" sz="2700" kern="1200"/>
        </a:p>
      </dsp:txBody>
      <dsp:txXfrm>
        <a:off x="52431" y="3970091"/>
        <a:ext cx="6561971" cy="9691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5F1CE-C609-4B0F-A16C-3B475830E35D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prima i obrađuje HTTP zahtjeve korisnika</a:t>
          </a:r>
          <a:endParaRPr lang="en-US" sz="3200" kern="1200" dirty="0"/>
        </a:p>
      </dsp:txBody>
      <dsp:txXfrm>
        <a:off x="62141" y="104940"/>
        <a:ext cx="6542551" cy="1148678"/>
      </dsp:txXfrm>
    </dsp:sp>
    <dsp:sp modelId="{3B95FADD-A755-414D-B17E-E43AC06658C1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provodi autentifikaciju i autorizaciju pomoću OAuth 2.0 protokola</a:t>
          </a:r>
          <a:endParaRPr lang="hr-HR" sz="3200" kern="1200" dirty="0"/>
        </a:p>
      </dsp:txBody>
      <dsp:txXfrm>
        <a:off x="62141" y="1470060"/>
        <a:ext cx="6542551" cy="1148678"/>
      </dsp:txXfrm>
    </dsp:sp>
    <dsp:sp modelId="{C0B6A981-5FDE-40D9-9300-3A9FC1F5A548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komunicira s bazom podataka (MongoDB) kroz modelne slojeve</a:t>
          </a:r>
          <a:endParaRPr lang="hr-HR" sz="3200" kern="1200" dirty="0"/>
        </a:p>
      </dsp:txBody>
      <dsp:txXfrm>
        <a:off x="62141" y="2835181"/>
        <a:ext cx="6542551" cy="1148678"/>
      </dsp:txXfrm>
    </dsp:sp>
    <dsp:sp modelId="{B9DD6FC2-5A4C-4D57-9464-53F90DCE7CDC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vraća odgovore u JSON formatu prema frontend aplikaciji</a:t>
          </a:r>
          <a:endParaRPr lang="hr-HR" sz="3200" kern="1200" dirty="0"/>
        </a:p>
      </dsp:txBody>
      <dsp:txXfrm>
        <a:off x="62141" y="4200301"/>
        <a:ext cx="6542551" cy="1148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5F1CE-C609-4B0F-A16C-3B475830E35D}">
      <dsp:nvSpPr>
        <dsp:cNvPr id="0" name=""/>
        <dsp:cNvSpPr/>
      </dsp:nvSpPr>
      <dsp:spPr>
        <a:xfrm>
          <a:off x="0" y="397039"/>
          <a:ext cx="6666833" cy="2283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 dirty="0" err="1"/>
            <a:t>NoSQL</a:t>
          </a:r>
          <a:r>
            <a:rPr lang="hr-HR" sz="3200" kern="1200" dirty="0"/>
            <a:t> baza podataka namijenjena za pohranu korisničkih podataka, oglasa igara, ponuda za zamjenu i arhive zamjena</a:t>
          </a:r>
          <a:endParaRPr lang="en-US" sz="3200" kern="1200" dirty="0"/>
        </a:p>
      </dsp:txBody>
      <dsp:txXfrm>
        <a:off x="111488" y="508527"/>
        <a:ext cx="6443857" cy="2060864"/>
      </dsp:txXfrm>
    </dsp:sp>
    <dsp:sp modelId="{902DE702-2E83-41D1-8BDE-A9191B133CE5}">
      <dsp:nvSpPr>
        <dsp:cNvPr id="0" name=""/>
        <dsp:cNvSpPr/>
      </dsp:nvSpPr>
      <dsp:spPr>
        <a:xfrm>
          <a:off x="0" y="2773040"/>
          <a:ext cx="6666833" cy="2283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podatci se pohranjuju u JSON-like dokumentima što omogućuje fleksibilnost i brzo dohvaćanje podataka</a:t>
          </a:r>
          <a:endParaRPr lang="hr-HR" sz="3200" kern="1200" dirty="0"/>
        </a:p>
      </dsp:txBody>
      <dsp:txXfrm>
        <a:off x="111488" y="2884528"/>
        <a:ext cx="6443857" cy="20608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942CA-9562-4D1B-A611-0A522F79753F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8F31A-B1F9-441F-B897-3E29506BE00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Komunikacija između elemenata podsustava odvija se putem </a:t>
          </a:r>
          <a:r>
            <a:rPr lang="hr-HR" sz="1900" b="1" kern="1200"/>
            <a:t>HTTP(S)</a:t>
          </a:r>
          <a:r>
            <a:rPr lang="hr-HR" sz="1900" kern="1200"/>
            <a:t> protokola.</a:t>
          </a:r>
          <a:endParaRPr lang="en-US" sz="1900" kern="1200"/>
        </a:p>
      </dsp:txBody>
      <dsp:txXfrm>
        <a:off x="398656" y="1088253"/>
        <a:ext cx="2959127" cy="1837317"/>
      </dsp:txXfrm>
    </dsp:sp>
    <dsp:sp modelId="{D6A1D58F-9F29-4FEB-93C7-3BFB0D12D91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D58EC-418C-4F6D-849F-993FB7821F6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Frontend šalje zahtjeve prema backendu (npr. </a:t>
          </a:r>
          <a:r>
            <a:rPr lang="hr-HR" sz="1900" b="1" kern="1200"/>
            <a:t>GET</a:t>
          </a:r>
          <a:r>
            <a:rPr lang="hr-HR" sz="1900" kern="1200"/>
            <a:t>), a backend odgovara JSON objektima.</a:t>
          </a:r>
          <a:endParaRPr lang="en-US" sz="1900" kern="1200"/>
        </a:p>
      </dsp:txBody>
      <dsp:txXfrm>
        <a:off x="4155097" y="1088253"/>
        <a:ext cx="2959127" cy="1837317"/>
      </dsp:txXfrm>
    </dsp:sp>
    <dsp:sp modelId="{551BE8B8-7E3A-41EE-AA38-D1C6018AFA82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7E1D5-F1D5-4994-BEF2-3843A90DC6F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/>
            <a:t>Sigurna autentifikacija korisnika odvija se putem </a:t>
          </a:r>
          <a:r>
            <a:rPr lang="hr-HR" sz="1900" b="1" kern="1200"/>
            <a:t>OAuth 2.0</a:t>
          </a:r>
          <a:r>
            <a:rPr lang="hr-HR" sz="1900" kern="1200"/>
            <a:t> protokola korištenjem tokena.</a:t>
          </a:r>
          <a:endParaRPr lang="en-US" sz="19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71E9A-1AA1-43F7-9975-D5EF3CB74272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838DE-442D-4C3B-A9FD-A7758B6708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2366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838DE-442D-4C3B-A9FD-A7758B6708BF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054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BFA1429-3754-5885-3439-C23987E67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4CB261B7-E98D-6669-F6F9-431AC231B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AB0DEF5-F193-B1E4-E97F-DEEBB186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ACA6F17-72C5-5448-F594-F8747CDF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8DE3A073-EE57-F5FC-584A-109DBCAC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4181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700697-96B6-87EE-7DA6-1C201C86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879DEC8-76BE-2A6E-7E29-31F8C45EC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A7C7E156-2728-6321-FB78-3108C406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4FEAA5A-EF51-CBFA-4218-940A3CDC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24BF837-4743-F429-EDBE-238FE348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8039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A9B57D-F4B7-ED52-284B-CE5A1E87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B1DD019D-399E-5A1F-133D-07E65856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AFBB5FE5-8CBE-036B-DD1E-99FFA6DC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5C189D6-1D32-E0AE-E859-A4AF74DC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924C3AD-2CF0-D937-DE49-C970A26F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706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AE4FEB0-D8FD-A74A-D529-543C1894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3232864-455C-D63E-9E59-2BE7F22DB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8F3C18D1-6584-1E9D-2CE2-4883305F0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F0F3479-636B-81BA-791D-4FEADF2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454A643-65F2-E2ED-BEDE-805BA9B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9E3B63D7-D474-7F71-BA51-5969E23F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0479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C02E0F-6BB2-0801-0EB2-EBE63FDB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087D7828-2C84-052B-89D4-110AC92C7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0F931591-6B45-9B6A-11DE-C7114864E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EFE91EE8-90F9-5EDE-5B03-411BAAF22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152D8D36-B264-DF7E-9705-B15D9923B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9253E88C-9F4F-A939-5C72-D4E884C2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5DDAD537-A956-6C7D-5214-72FC3571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6240B040-A19E-E008-7E1C-8ABDF082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695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D3D1E0-1AAD-207F-6E40-49AE3B24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8F4B8915-DB46-0251-3FC9-830F20A80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991118CE-A2B1-1E7D-784C-7D09E090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A75F4914-7338-B85B-A03A-146E1B7E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9853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74DB0F5B-F360-B96E-C5CF-00DE3558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D32D162D-014F-5FD7-F7A0-B0371DC0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FFF99CE0-433D-EF43-96F7-E64A0F22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368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E4E7CCE-77A6-4BB9-8C29-3BC0A920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047A2A-F963-EA88-2A12-900805445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36ACF39-6230-A176-2DF1-8E707EDC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B2F4AB11-E94C-91B7-2178-1A1BBE00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DF64F5C7-922E-11EA-6CC5-E3012C0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7421B8F2-7938-DA49-81B0-6AEDFD0D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596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56FEBAC-612E-DA29-2B41-5CEF7707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8917593F-D553-43CB-E0ED-42CBEDB0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40CE7CAE-0BC6-9E87-2EF3-CDB0EA48D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87E644A1-8823-28CD-FE49-75D433B4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4966230E-0052-F2D3-066E-779D7DCB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BEFC0421-CC9C-6E7C-2DF3-1A4D7C1A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566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6E84AA6-11D9-9A01-8617-7DE3B711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696AF545-83F1-3CD5-3AC9-D395125F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A08C3AA-7E4E-63B7-378E-A5EAD4AF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F1BDFA-ABB8-E7A2-ADA3-2CB8ECCC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6400456-07BF-0ABE-262F-65E663C0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015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B47F6DDD-232D-F910-9699-6230B6A72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DDD9DF9B-CE53-9926-B34C-75E4FBB6D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B5562A0-A4FA-54BF-7A8F-37F59C4E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11A9931-2C72-1F86-AB0E-2D7AFDF6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BE92BD1-356B-65A8-BB2E-198F4189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942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2880864E-71EA-F83E-84BE-70B3701F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4AFF4D7-9D4A-01FA-FB65-9F8A2CA8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D5C1C933-A7E4-2F43-CAA4-1E26B3220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C0E5-1CBF-4814-B9AE-03968E417418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6B2153B-3748-C016-E2B4-07EF9FC36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018EA85-2B11-1261-D62D-7057F8F31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C7FF0-D8A4-44FD-9B07-4FFFC7AB8CD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36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11E8314-23C3-B447-4C37-F66686280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r-HR" sz="6600" dirty="0" err="1">
                <a:solidFill>
                  <a:srgbClr val="FFFFFF"/>
                </a:solidFill>
              </a:rPr>
              <a:t>PlayTrade</a:t>
            </a:r>
            <a:endParaRPr lang="hr-HR" sz="66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32A602F-7435-AD4D-C35B-DC5523BC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hr-HR" sz="2000">
                <a:solidFill>
                  <a:srgbClr val="FFFFFF"/>
                </a:solidFill>
              </a:rPr>
              <a:t>Voditelj tima:Niko Knežević</a:t>
            </a:r>
          </a:p>
          <a:p>
            <a:pPr algn="r"/>
            <a:r>
              <a:rPr lang="hr-HR" sz="2000">
                <a:solidFill>
                  <a:srgbClr val="FFFFFF"/>
                </a:solidFill>
              </a:rPr>
              <a:t>Članovi tima: Marko Bošnjak, Marin Čikotić, Frane Ćevid, Toni Kapučija, Mihael Rošić , Ivan Žalac</a:t>
            </a:r>
          </a:p>
          <a:p>
            <a:pPr algn="r"/>
            <a:endParaRPr lang="hr-HR" sz="20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35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FF6FFB6-D278-493C-7FAF-53A7B972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Projektni zadatak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6C8E5E77-01DC-A80A-B13D-FFA689665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53665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483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ka 2" descr="Slika na kojoj se prikazuje tekst, snimka zaslona, broj, softver&#10;&#10;Sadržaj generiran uz AI možda nije točan.">
            <a:extLst>
              <a:ext uri="{FF2B5EF4-FFF2-40B4-BE49-F238E27FC236}">
                <a16:creationId xmlns:a16="http://schemas.microsoft.com/office/drawing/2014/main" id="{581F10D0-4D71-182E-5E05-2B975CFD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6473"/>
            <a:ext cx="11277600" cy="538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5ED01EF-CA4C-99A1-BC58-88C578402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r-HR" sz="4800">
                <a:solidFill>
                  <a:srgbClr val="FFFFFF"/>
                </a:solidFill>
              </a:rPr>
              <a:t>Postojeća slična rješenja</a:t>
            </a:r>
          </a:p>
        </p:txBody>
      </p:sp>
    </p:spTree>
    <p:extLst>
      <p:ext uri="{BB962C8B-B14F-4D97-AF65-F5344CB8AC3E}">
        <p14:creationId xmlns:p14="http://schemas.microsoft.com/office/powerpoint/2010/main" val="419902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EA1274F-5052-1F08-83D1-FDD24EB4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6" y="-1287687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BoardGamesSwap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11565DE7-63FC-E264-7720-6F45DB3ED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3178" y="-438333"/>
            <a:ext cx="9442822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Sličnosti</a:t>
            </a:r>
            <a:endParaRPr lang="en-US" sz="2000" b="1" dirty="0"/>
          </a:p>
          <a:p>
            <a:r>
              <a:rPr lang="en-US" sz="2000" dirty="0" err="1"/>
              <a:t>Objavljivanje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pregled</a:t>
            </a:r>
            <a:r>
              <a:rPr lang="en-US" sz="2000" dirty="0"/>
              <a:t> </a:t>
            </a:r>
            <a:r>
              <a:rPr lang="en-US" sz="2000" dirty="0" err="1"/>
              <a:t>društvenih</a:t>
            </a:r>
            <a:r>
              <a:rPr lang="en-US" sz="2000" dirty="0"/>
              <a:t> </a:t>
            </a:r>
            <a:r>
              <a:rPr lang="en-US" sz="2000" dirty="0" err="1"/>
              <a:t>igara</a:t>
            </a:r>
            <a:endParaRPr lang="en-US" sz="2000" dirty="0"/>
          </a:p>
          <a:p>
            <a:r>
              <a:rPr lang="en-US" sz="2000" dirty="0" err="1"/>
              <a:t>Pretraživanje</a:t>
            </a:r>
            <a:r>
              <a:rPr lang="en-US" sz="2000" dirty="0"/>
              <a:t> po </a:t>
            </a:r>
            <a:r>
              <a:rPr lang="en-US" sz="2000" dirty="0" err="1"/>
              <a:t>kategorijama</a:t>
            </a:r>
            <a:endParaRPr lang="en-US" sz="2000" dirty="0"/>
          </a:p>
          <a:p>
            <a:r>
              <a:rPr lang="en-US" sz="2000" dirty="0" err="1"/>
              <a:t>Filtriranje</a:t>
            </a:r>
            <a:r>
              <a:rPr lang="en-US" sz="2000" dirty="0"/>
              <a:t> </a:t>
            </a:r>
            <a:r>
              <a:rPr lang="en-US" sz="2000" dirty="0" err="1"/>
              <a:t>prema</a:t>
            </a:r>
            <a:r>
              <a:rPr lang="en-US" sz="2000" dirty="0"/>
              <a:t> </a:t>
            </a:r>
            <a:r>
              <a:rPr lang="en-US" sz="2000" dirty="0" err="1"/>
              <a:t>osnovnim</a:t>
            </a:r>
            <a:r>
              <a:rPr lang="en-US" sz="2000" dirty="0"/>
              <a:t> </a:t>
            </a:r>
            <a:r>
              <a:rPr lang="en-US" sz="2000" dirty="0" err="1"/>
              <a:t>kriterijima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Razlike</a:t>
            </a:r>
            <a:endParaRPr lang="en-US" sz="2000" b="1" dirty="0"/>
          </a:p>
          <a:p>
            <a:r>
              <a:rPr lang="en-US" sz="2000" dirty="0" err="1"/>
              <a:t>BoardGamesSwap</a:t>
            </a:r>
            <a:r>
              <a:rPr lang="en-US" sz="2000" dirty="0"/>
              <a:t>: </a:t>
            </a:r>
            <a:r>
              <a:rPr lang="en-US" sz="2000" dirty="0" err="1"/>
              <a:t>kupnja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prodaja</a:t>
            </a:r>
            <a:endParaRPr lang="en-US" sz="2000" dirty="0"/>
          </a:p>
          <a:p>
            <a:r>
              <a:rPr lang="en-US" sz="2000" dirty="0" err="1"/>
              <a:t>PlayTrade</a:t>
            </a:r>
            <a:r>
              <a:rPr lang="en-US" sz="2000" dirty="0"/>
              <a:t>: </a:t>
            </a:r>
            <a:r>
              <a:rPr lang="en-US" sz="2000" dirty="0" err="1"/>
              <a:t>isključivo</a:t>
            </a:r>
            <a:r>
              <a:rPr lang="en-US" sz="2000" dirty="0"/>
              <a:t> </a:t>
            </a:r>
            <a:r>
              <a:rPr lang="en-US" sz="2000" dirty="0" err="1"/>
              <a:t>zamjena</a:t>
            </a:r>
            <a:endParaRPr lang="en-US" sz="2000" dirty="0"/>
          </a:p>
          <a:p>
            <a:r>
              <a:rPr lang="en-US" sz="2000" dirty="0" err="1"/>
              <a:t>BoardGamesSwap</a:t>
            </a:r>
            <a:r>
              <a:rPr lang="en-US" sz="2000" dirty="0"/>
              <a:t> </a:t>
            </a:r>
            <a:r>
              <a:rPr lang="en-US" sz="2000" dirty="0" err="1"/>
              <a:t>uključuje</a:t>
            </a:r>
            <a:r>
              <a:rPr lang="en-US" sz="2000" dirty="0"/>
              <a:t> </a:t>
            </a:r>
            <a:r>
              <a:rPr lang="en-US" sz="2000" dirty="0" err="1"/>
              <a:t>dodatke</a:t>
            </a:r>
            <a:endParaRPr lang="en-US" sz="2000" dirty="0"/>
          </a:p>
          <a:p>
            <a:r>
              <a:rPr lang="en-US" sz="2000" dirty="0" err="1"/>
              <a:t>PlayTrade</a:t>
            </a:r>
            <a:r>
              <a:rPr lang="en-US" sz="2000" dirty="0"/>
              <a:t> </a:t>
            </a:r>
            <a:r>
              <a:rPr lang="en-US" sz="2000" dirty="0" err="1"/>
              <a:t>fokus</a:t>
            </a:r>
            <a:r>
              <a:rPr lang="en-US" sz="2000" dirty="0"/>
              <a:t> </a:t>
            </a:r>
            <a:r>
              <a:rPr lang="en-US" sz="2000" dirty="0" err="1"/>
              <a:t>samo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igre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C325A8F5-397C-C03E-FDF5-2BFBF4EE6C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56940" y="4345873"/>
            <a:ext cx="10675072" cy="229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9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532D795-B45A-87E4-1EA9-F1EC3BA2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-144312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Facebook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Reddit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grupe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87E431EC-83D4-D0D9-1203-8FA90C6FB632}"/>
              </a:ext>
            </a:extLst>
          </p:cNvPr>
          <p:cNvSpPr txBox="1"/>
          <p:nvPr/>
        </p:nvSpPr>
        <p:spPr>
          <a:xfrm>
            <a:off x="594288" y="1459329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>
                <a:solidFill>
                  <a:schemeClr val="bg1"/>
                </a:solidFill>
              </a:rPr>
              <a:t>Sličnosti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Razmjena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društvenih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igara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Mogućnost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objavljivanja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ponuda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>
                <a:solidFill>
                  <a:schemeClr val="bg1"/>
                </a:solidFill>
              </a:rPr>
              <a:t>Razlike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Facebook/Reddit: </a:t>
            </a:r>
            <a:r>
              <a:rPr lang="en-US" sz="2000" dirty="0" err="1">
                <a:solidFill>
                  <a:schemeClr val="bg1"/>
                </a:solidFill>
              </a:rPr>
              <a:t>zamjena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prodaja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PlayTrade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isključivo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zamjena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PlayTrade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napredne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filtere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Facebook/Reddit </a:t>
            </a:r>
            <a:r>
              <a:rPr lang="en-US" sz="2000" dirty="0" err="1">
                <a:solidFill>
                  <a:schemeClr val="bg1"/>
                </a:solidFill>
              </a:rPr>
              <a:t>nemaju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strukturirano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pretraživanje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D6404C37-2C31-0857-4EC2-7D7AA16B2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6194" y="976998"/>
            <a:ext cx="7834382" cy="454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3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5CF11F3-E9EB-0C27-242E-A63E4252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44" y="-2136503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1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BoardGameGeek</a:t>
            </a:r>
            <a:b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6D984184-2C3D-51D1-F032-2664E181C7A8}"/>
              </a:ext>
            </a:extLst>
          </p:cNvPr>
          <p:cNvSpPr txBox="1"/>
          <p:nvPr/>
        </p:nvSpPr>
        <p:spPr>
          <a:xfrm>
            <a:off x="506256" y="106961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</a:rPr>
              <a:t>Sličnosti</a:t>
            </a:r>
            <a:endParaRPr lang="en-US" sz="1700" b="1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Razmjena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društvenih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igara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Objavljivanje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igara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platformi</a:t>
            </a:r>
            <a:br>
              <a:rPr lang="en-US" sz="1700" dirty="0">
                <a:solidFill>
                  <a:schemeClr val="bg1"/>
                </a:solidFill>
              </a:rPr>
            </a:b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</a:rPr>
              <a:t>Razlike</a:t>
            </a:r>
            <a:endParaRPr lang="en-US" sz="1700" b="1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BoardGameGeek</a:t>
            </a:r>
            <a:r>
              <a:rPr lang="en-US" sz="1700" dirty="0">
                <a:solidFill>
                  <a:schemeClr val="bg1"/>
                </a:solidFill>
              </a:rPr>
              <a:t>: </a:t>
            </a:r>
            <a:r>
              <a:rPr lang="en-US" sz="1700" dirty="0" err="1">
                <a:solidFill>
                  <a:schemeClr val="bg1"/>
                </a:solidFill>
              </a:rPr>
              <a:t>kupnja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prodaja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zamjena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forumi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zajednica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PlayTrade</a:t>
            </a:r>
            <a:r>
              <a:rPr lang="en-US" sz="1700" dirty="0">
                <a:solidFill>
                  <a:schemeClr val="bg1"/>
                </a:solidFill>
              </a:rPr>
              <a:t>: </a:t>
            </a:r>
            <a:r>
              <a:rPr lang="en-US" sz="1700" dirty="0" err="1">
                <a:solidFill>
                  <a:schemeClr val="bg1"/>
                </a:solidFill>
              </a:rPr>
              <a:t>fokus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isključivo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zamjenu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BoardGameGeek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široka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platforma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1"/>
                </a:solidFill>
              </a:rPr>
              <a:t>PlayTrade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specijaliziran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jednostavan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sustav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BB708C17-3E9F-AAD6-F792-69F60C810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1254" y="914400"/>
            <a:ext cx="7504024" cy="3320529"/>
          </a:xfrm>
          <a:prstGeom prst="rect">
            <a:avLst/>
          </a:prstGeom>
        </p:spPr>
      </p:pic>
      <p:sp>
        <p:nvSpPr>
          <p:cNvPr id="6" name="AutoShape 2" descr="image">
            <a:extLst>
              <a:ext uri="{FF2B5EF4-FFF2-40B4-BE49-F238E27FC236}">
                <a16:creationId xmlns:a16="http://schemas.microsoft.com/office/drawing/2014/main" id="{CFED7804-55D4-FD0A-D8E3-5D98C77706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721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351E166-BF4D-304E-4F48-34A27C7C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Funkcionalni Zahtjevi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98FF30F1-7895-9899-E23B-1F8F5F3AA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0587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774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6D3E8A4-9CA4-3E12-43C9-F4AFD6F1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Funkcionalni zahtjevi visokog prioriteta</a:t>
            </a:r>
          </a:p>
        </p:txBody>
      </p:sp>
      <p:pic>
        <p:nvPicPr>
          <p:cNvPr id="8" name="Rezervirano mjesto sadržaja 4">
            <a:extLst>
              <a:ext uri="{FF2B5EF4-FFF2-40B4-BE49-F238E27FC236}">
                <a16:creationId xmlns:a16="http://schemas.microsoft.com/office/drawing/2014/main" id="{4CC6079B-DD13-5177-34AB-B24B5FC97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9598" y="939114"/>
            <a:ext cx="7811408" cy="49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8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089B3-FB7C-3FC9-85C6-650F6841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8BF078-AA59-D36C-58EA-A31188A03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CE689-6D06-B02D-8365-EC705E01D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676BC2-BA48-5E19-664F-F124B61B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C0D029-52C5-1913-DC04-EB847B471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EACB779-3A21-9330-56CC-160C90C1A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BEC70E6-1E78-7D40-3E9D-1FAF3D3B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Funkcionalni zahtjevi visokog prioriteta</a:t>
            </a:r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91064C05-E6F7-7E96-92A9-6D920B04D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1442" y="1279009"/>
            <a:ext cx="7747720" cy="429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C3162-CD5E-D768-0A08-D515CBBD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FE21D6-CDDD-D0E2-F5CA-B8245CD41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D5693-8175-B513-934C-03814C9CF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722D0-A459-817F-1A29-6D97E7733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F56F8-DA00-80BA-3085-1CB14F566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58A154D-09D8-BD5D-B1E9-84885351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77C8A51-89D9-E9C1-C892-7B547C00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Funkcionalni zahtjevi visokog prioriteta</a:t>
            </a:r>
          </a:p>
        </p:txBody>
      </p:sp>
      <p:pic>
        <p:nvPicPr>
          <p:cNvPr id="6" name="Rezervirano mjesto sadržaja 4">
            <a:extLst>
              <a:ext uri="{FF2B5EF4-FFF2-40B4-BE49-F238E27FC236}">
                <a16:creationId xmlns:a16="http://schemas.microsoft.com/office/drawing/2014/main" id="{341608D7-3AA8-BF1A-8B60-6B16942F7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488" y="1144588"/>
            <a:ext cx="7707626" cy="45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8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A84F97-A6BF-4E90-9C1D-87052427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Dionici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9B32562B-84DA-E4A3-EDE4-3636D98F3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8857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498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B6C206C-C1B5-38F1-9568-33EFC71E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Aktori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B6772493-FA8D-E8CC-9800-355E08BEA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853" y="113782"/>
            <a:ext cx="6870405" cy="6403975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hr-HR" b="1" dirty="0"/>
              <a:t>Administrator može:</a:t>
            </a:r>
            <a:endParaRPr lang="en-US" dirty="0"/>
          </a:p>
          <a:p>
            <a:pPr lvl="0"/>
            <a:r>
              <a:rPr lang="hr-HR" dirty="0"/>
              <a:t>upravljati oglasima i korisnicima, tj. brisati oglase i blokirati korisnike</a:t>
            </a:r>
            <a:endParaRPr lang="en-US" dirty="0"/>
          </a:p>
          <a:p>
            <a:pPr marL="0" lvl="0" indent="0">
              <a:buNone/>
            </a:pPr>
            <a:r>
              <a:rPr lang="hr-HR" b="1" dirty="0"/>
              <a:t>Neregistrirani korisnik može:</a:t>
            </a:r>
            <a:endParaRPr lang="en-US" dirty="0"/>
          </a:p>
          <a:p>
            <a:pPr lvl="0"/>
            <a:r>
              <a:rPr lang="hr-HR" dirty="0"/>
              <a:t>koristiti ograničene funkcionalnosti web-aplikacije, odnosno smije pretraživati i pregledavati objavljene igre </a:t>
            </a:r>
          </a:p>
          <a:p>
            <a:pPr marL="0" lvl="0" indent="0">
              <a:buNone/>
            </a:pPr>
            <a:r>
              <a:rPr lang="hr-HR" b="1" dirty="0"/>
              <a:t>Registrirani korisnik može:</a:t>
            </a:r>
            <a:endParaRPr lang="en-US" dirty="0"/>
          </a:p>
          <a:p>
            <a:pPr lvl="0"/>
            <a:r>
              <a:rPr lang="hr-HR" dirty="0"/>
              <a:t>sve što i neregistrirani korisnik i dodatno:</a:t>
            </a:r>
            <a:endParaRPr lang="en-US" dirty="0"/>
          </a:p>
          <a:p>
            <a:pPr lvl="0"/>
            <a:r>
              <a:rPr lang="hr-HR" dirty="0"/>
              <a:t>primati obavijest o ponudi zamjene </a:t>
            </a:r>
          </a:p>
          <a:p>
            <a:pPr lvl="0"/>
            <a:r>
              <a:rPr lang="hr-HR" dirty="0"/>
              <a:t>primati obavijest o dostupnosti igre s liste želja </a:t>
            </a:r>
          </a:p>
          <a:p>
            <a:pPr marL="0" lvl="0" indent="0">
              <a:buNone/>
            </a:pPr>
            <a:r>
              <a:rPr lang="hr-HR" b="1" dirty="0"/>
              <a:t>Prijavljeni korisnik može:</a:t>
            </a:r>
          </a:p>
          <a:p>
            <a:r>
              <a:rPr lang="hr-HR" dirty="0"/>
              <a:t>sve što i registrirani korisnik i dodatno:</a:t>
            </a:r>
          </a:p>
          <a:p>
            <a:r>
              <a:rPr lang="hr-HR" dirty="0"/>
              <a:t>objavljivati igre</a:t>
            </a:r>
          </a:p>
          <a:p>
            <a:r>
              <a:rPr lang="hr-HR" dirty="0"/>
              <a:t>nuditi zamjene </a:t>
            </a:r>
          </a:p>
          <a:p>
            <a:r>
              <a:rPr lang="hr-HR" dirty="0"/>
              <a:t>uređivati svoj profil</a:t>
            </a:r>
          </a:p>
          <a:p>
            <a:r>
              <a:rPr lang="hr-HR" dirty="0"/>
              <a:t>pristupati arhivi ponuda i zamjena </a:t>
            </a:r>
          </a:p>
          <a:p>
            <a:r>
              <a:rPr lang="hr-HR" dirty="0"/>
              <a:t>uređivati svoje objave </a:t>
            </a:r>
          </a:p>
          <a:p>
            <a:pPr lvl="0"/>
            <a:endParaRPr lang="en-US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4551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D6F9EDD-3553-DC1C-22EB-9039A1F5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Aktori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FC57225-A2D8-8B26-4550-9B9801C3E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sz="2000" b="1" dirty="0"/>
              <a:t>Baza podataka:</a:t>
            </a:r>
          </a:p>
          <a:p>
            <a:r>
              <a:rPr lang="hr-HR" sz="2000" dirty="0"/>
              <a:t>služi za pohranu svih korisničkih podataka</a:t>
            </a:r>
          </a:p>
          <a:p>
            <a:r>
              <a:rPr lang="hr-HR" sz="2000" dirty="0"/>
              <a:t>na zahtjev poslužitelja daje potrebne podatke</a:t>
            </a:r>
          </a:p>
          <a:p>
            <a:pPr marL="0" indent="0">
              <a:buNone/>
            </a:pPr>
            <a:r>
              <a:rPr lang="hr-HR" sz="2000" b="1" dirty="0"/>
              <a:t>Google </a:t>
            </a:r>
            <a:r>
              <a:rPr lang="hr-HR" sz="2000" b="1" dirty="0" err="1"/>
              <a:t>Oauth</a:t>
            </a:r>
            <a:r>
              <a:rPr lang="hr-HR" sz="2000" dirty="0"/>
              <a:t> :</a:t>
            </a:r>
          </a:p>
          <a:p>
            <a:r>
              <a:rPr lang="hr-HR" sz="2000" dirty="0" err="1"/>
              <a:t>autentificira</a:t>
            </a:r>
            <a:r>
              <a:rPr lang="hr-HR" sz="2000" dirty="0"/>
              <a:t> registraciju i prijavu korisnika putem Google računa</a:t>
            </a:r>
          </a:p>
          <a:p>
            <a:pPr marL="0" indent="0">
              <a:buNone/>
            </a:pPr>
            <a:r>
              <a:rPr lang="hr-HR" sz="2000" b="1" dirty="0"/>
              <a:t>Vanjska usluga </a:t>
            </a:r>
            <a:r>
              <a:rPr lang="hr-HR" sz="2000" b="1" dirty="0" err="1"/>
              <a:t>geolokacije</a:t>
            </a:r>
            <a:r>
              <a:rPr lang="hr-HR" sz="2000" b="1" dirty="0"/>
              <a:t>:</a:t>
            </a:r>
          </a:p>
          <a:p>
            <a:r>
              <a:rPr lang="hr-HR" sz="2000" dirty="0"/>
              <a:t>služi za lociranje osoba za vršenje zamjena </a:t>
            </a:r>
          </a:p>
          <a:p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318286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153F849-366A-3B94-3D71-5F210295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454" y="3006586"/>
            <a:ext cx="7284935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Arhitektura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sustav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74223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5FA938F-FAA5-F15B-6CD4-DCF30FB5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r-HR" sz="4000">
                <a:solidFill>
                  <a:srgbClr val="FFFFFF"/>
                </a:solidFill>
              </a:rPr>
              <a:t>Stil arhitekture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5B12F637-E7D8-8175-4144-FB5CCB9A9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1123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893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9B8EE16-CEF0-99D3-CC43-CA69A12E9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r-HR" sz="4800" dirty="0">
                <a:solidFill>
                  <a:srgbClr val="FFFFFF"/>
                </a:solidFill>
              </a:rPr>
              <a:t>Sustav je podijeljen u tri glavna podsustava</a:t>
            </a:r>
          </a:p>
        </p:txBody>
      </p:sp>
    </p:spTree>
    <p:extLst>
      <p:ext uri="{BB962C8B-B14F-4D97-AF65-F5344CB8AC3E}">
        <p14:creationId xmlns:p14="http://schemas.microsoft.com/office/powerpoint/2010/main" val="324581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37A39B7-93B2-7E06-0F29-78C8C9CC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r-HR" sz="4000" dirty="0" err="1">
                <a:solidFill>
                  <a:srgbClr val="FFFFFF"/>
                </a:solidFill>
              </a:rPr>
              <a:t>Frontend</a:t>
            </a:r>
            <a:r>
              <a:rPr lang="hr-HR" sz="4000" dirty="0">
                <a:solidFill>
                  <a:srgbClr val="FFFFFF"/>
                </a:solidFill>
              </a:rPr>
              <a:t> podsustav (</a:t>
            </a:r>
            <a:r>
              <a:rPr lang="hr-HR" sz="4000" dirty="0" err="1">
                <a:solidFill>
                  <a:srgbClr val="FFFFFF"/>
                </a:solidFill>
              </a:rPr>
              <a:t>React</a:t>
            </a:r>
            <a:r>
              <a:rPr lang="hr-HR" sz="4000" dirty="0">
                <a:solidFill>
                  <a:srgbClr val="FFFFFF"/>
                </a:solidFill>
              </a:rPr>
              <a:t>)</a:t>
            </a:r>
            <a:br>
              <a:rPr lang="hr-HR" sz="4000" dirty="0">
                <a:solidFill>
                  <a:srgbClr val="FFFFFF"/>
                </a:solidFill>
              </a:rPr>
            </a:br>
            <a:endParaRPr lang="hr-HR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EA1F9FFF-C6D9-9261-8AA5-55FC10DEF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99891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325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8006E-1D48-8F9A-3ED9-21A342F8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0B405C-AA86-F75C-5CB1-C00BE6844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1EA87-2A07-95FF-C56A-D1DFB2C1E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F74C65-BFF3-1C71-44D1-C84063715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EBE9B-570C-6F40-E7D1-DFEBAA560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04F61F0-E0CD-C163-410F-4B9FD6C79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E5FCF5-6FF0-3D9F-D63E-D25C172DA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F05C30A-505F-5EA7-D304-4D6AE09F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6" y="1683756"/>
            <a:ext cx="3595417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hr-HR" sz="4000" dirty="0" err="1">
                <a:solidFill>
                  <a:schemeClr val="bg1"/>
                </a:solidFill>
              </a:rPr>
              <a:t>Backend</a:t>
            </a:r>
            <a:r>
              <a:rPr lang="hr-HR" sz="4000" dirty="0">
                <a:solidFill>
                  <a:schemeClr val="bg1"/>
                </a:solidFill>
              </a:rPr>
              <a:t> podsustav (Node.js/Express)</a:t>
            </a:r>
            <a:br>
              <a:rPr lang="hr-HR" sz="4000" dirty="0">
                <a:solidFill>
                  <a:schemeClr val="bg1"/>
                </a:solidFill>
              </a:rPr>
            </a:br>
            <a:endParaRPr lang="hr-HR" sz="4000" dirty="0">
              <a:solidFill>
                <a:schemeClr val="bg1"/>
              </a:solidFill>
            </a:endParaRP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FE38ADE9-A3B5-CC68-3367-3167F8CA2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7124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266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AB8DF-506A-4675-BE7B-5ED9C86C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01E6DC-B354-27E2-D508-CDD8F5278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7DD65-1BDE-FFA8-14E2-D17424FA3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5A499B-285F-891B-28ED-37DBB4CF5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B4C355-F08D-4FFD-E611-E3E4DF79B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3E28D6-561D-CEDF-447C-FBE008EA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1901C7-B1AC-8924-4BFE-1EF276A59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41BEB73-70BF-0ABF-46F5-5A81A495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6" y="1683756"/>
            <a:ext cx="3595417" cy="2396359"/>
          </a:xfrm>
        </p:spPr>
        <p:txBody>
          <a:bodyPr anchor="b">
            <a:normAutofit/>
          </a:bodyPr>
          <a:lstStyle/>
          <a:p>
            <a:pPr algn="r"/>
            <a:r>
              <a:rPr lang="hr-HR" sz="4000" dirty="0">
                <a:solidFill>
                  <a:schemeClr val="bg1"/>
                </a:solidFill>
              </a:rPr>
              <a:t>Baza podataka (</a:t>
            </a:r>
            <a:r>
              <a:rPr lang="hr-HR" sz="4000" dirty="0" err="1">
                <a:solidFill>
                  <a:schemeClr val="bg1"/>
                </a:solidFill>
              </a:rPr>
              <a:t>MongoDB</a:t>
            </a:r>
            <a:r>
              <a:rPr lang="hr-HR" sz="4000" dirty="0">
                <a:solidFill>
                  <a:schemeClr val="bg1"/>
                </a:solidFill>
              </a:rPr>
              <a:t>)</a:t>
            </a:r>
            <a:br>
              <a:rPr lang="hr-HR" sz="4000" dirty="0">
                <a:solidFill>
                  <a:schemeClr val="bg1"/>
                </a:solidFill>
              </a:rPr>
            </a:br>
            <a:endParaRPr lang="hr-HR" sz="4000" dirty="0">
              <a:solidFill>
                <a:schemeClr val="bg1"/>
              </a:solidFill>
            </a:endParaRP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FCC862DC-60BC-B923-3FD9-D4485915D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3040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1719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54C047A-4979-C2B0-45C1-756CE9F6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r-HR" sz="4000" b="1">
                <a:solidFill>
                  <a:srgbClr val="FFFFFF"/>
                </a:solidFill>
              </a:rPr>
              <a:t>Mrežni protokoli</a:t>
            </a:r>
            <a:endParaRPr lang="hr-HR" sz="4000">
              <a:solidFill>
                <a:srgbClr val="FFFFFF"/>
              </a:solidFill>
            </a:endParaRP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29824851-270A-A567-5402-9B1EB86BF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7809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8992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DFD63AA-6A25-685C-A6BF-97E9FDBD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 DIJAGRAM AKTIVNOSTI</a:t>
            </a:r>
          </a:p>
        </p:txBody>
      </p:sp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F7CD2081-DD95-2A6D-A26F-1061808E6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6678" y="-193465"/>
            <a:ext cx="6486068" cy="706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7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64D9D0B-59DF-ADC8-ED47-C23E92E8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 DIJAGRAM KOMPONENATA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57E287CE-8DB3-25FD-7A0F-31F646D64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09" y="1633885"/>
            <a:ext cx="11642879" cy="547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39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F3D13-E15D-F113-5E09-F2395E80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C0E8F98-40DB-FB13-BCE7-06DFF8D3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DIJAGRAM RAZMJEŠTAJA</a:t>
            </a:r>
          </a:p>
        </p:txBody>
      </p:sp>
      <p:pic>
        <p:nvPicPr>
          <p:cNvPr id="6" name="Rezervirano mjesto sadržaja 3">
            <a:extLst>
              <a:ext uri="{FF2B5EF4-FFF2-40B4-BE49-F238E27FC236}">
                <a16:creationId xmlns:a16="http://schemas.microsoft.com/office/drawing/2014/main" id="{14AF209C-6A26-AAD3-EF2C-FAB6DF699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302" y="1574310"/>
            <a:ext cx="10870628" cy="600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6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FB633E4-6742-63E4-6CE7-9B714B1F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ISPITIVANJE KOMPONENTI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70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ABA9CE9-C799-BAED-2C7F-44E67278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Testiranje filtera Difficulty i Number Of Players</a:t>
            </a:r>
            <a:b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Rezervirano mjesto sadržaja 4" descr="Slika na kojoj se prikazuje tekst, snimka zaslona, Font, crta&#10;&#10;Sadržaj generiran uz AI možda nije točan.">
            <a:extLst>
              <a:ext uri="{FF2B5EF4-FFF2-40B4-BE49-F238E27FC236}">
                <a16:creationId xmlns:a16="http://schemas.microsoft.com/office/drawing/2014/main" id="{1CA12B62-4FA6-E4EE-F877-E411EAD65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23" y="2562447"/>
            <a:ext cx="12034877" cy="309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6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B2140-F6B4-CF68-B021-93C92E5D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6E2225-8CAC-398A-72A3-85E4643CF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459B78-8C86-A21A-4674-DE59DA62B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D3579-0E0D-06C0-4C4C-22686E132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9C291-3052-BB20-D1F8-6E31D5946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0DB90D4-FE50-EAD6-A710-87C17CEC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2800" b="1" dirty="0">
                <a:solidFill>
                  <a:schemeClr val="bg1"/>
                </a:solidFill>
              </a:rPr>
              <a:t>Testiranje </a:t>
            </a:r>
            <a:r>
              <a:rPr lang="hr-HR" sz="2800" b="1" dirty="0" err="1">
                <a:solidFill>
                  <a:schemeClr val="bg1"/>
                </a:solidFill>
              </a:rPr>
              <a:t>search</a:t>
            </a:r>
            <a:r>
              <a:rPr lang="hr-HR" sz="2800" b="1" dirty="0">
                <a:solidFill>
                  <a:schemeClr val="bg1"/>
                </a:solidFill>
              </a:rPr>
              <a:t> funkcionalnosti</a:t>
            </a:r>
            <a:br>
              <a:rPr lang="hr-HR" sz="2800" b="1" dirty="0">
                <a:solidFill>
                  <a:schemeClr val="bg1"/>
                </a:solidFill>
              </a:rPr>
            </a:br>
            <a:endParaRPr lang="en-US" sz="25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EE50582D-36CA-1699-C793-886FB7A24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6" name="Rezervirano mjesto sadržaja 4" descr="Slika na kojoj se prikazuje tekst, snimka zaslona, Font, broj&#10;&#10;Sadržaj generiran uz AI možda nije točan.">
            <a:extLst>
              <a:ext uri="{FF2B5EF4-FFF2-40B4-BE49-F238E27FC236}">
                <a16:creationId xmlns:a16="http://schemas.microsoft.com/office/drawing/2014/main" id="{EA78EFA3-7826-9F62-DD25-C342ED4D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45" y="1683351"/>
            <a:ext cx="11715960" cy="50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1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C8183A1-B230-8F32-9324-6BEB7EB7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Testiranje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login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funkcionalnosti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Rezervirano mjesto sadržaja 4" descr="Slika na kojoj se prikazuje tekst, snimka zaslona, Font, broj&#10;&#10;Sadržaj generiran uz AI možda nije točan.">
            <a:extLst>
              <a:ext uri="{FF2B5EF4-FFF2-40B4-BE49-F238E27FC236}">
                <a16:creationId xmlns:a16="http://schemas.microsoft.com/office/drawing/2014/main" id="{406C7865-6567-66D7-29C2-814E9A6F9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73" y="2471352"/>
            <a:ext cx="11979450" cy="32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85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D20B4A8-F1D9-2163-F79E-936B0C254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hr-HR" sz="4800" dirty="0">
                <a:solidFill>
                  <a:srgbClr val="FFFFFF"/>
                </a:solidFill>
              </a:rPr>
              <a:t>ISPITIVANJE SUSTAVA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EF5ACC5-FF86-1453-E984-ED9A5269C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hr-H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02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DA63A6C-E5B0-361F-7342-6318E061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hr-HR" sz="4000" b="1">
                <a:solidFill>
                  <a:srgbClr val="FFFFFF"/>
                </a:solidFill>
              </a:rPr>
              <a:t>Sign up test</a:t>
            </a:r>
            <a:br>
              <a:rPr lang="hr-HR" sz="4000" b="1">
                <a:solidFill>
                  <a:srgbClr val="FFFFFF"/>
                </a:solidFill>
              </a:rPr>
            </a:br>
            <a:endParaRPr lang="hr-HR" sz="4000">
              <a:solidFill>
                <a:srgbClr val="FFFFFF"/>
              </a:solidFill>
            </a:endParaRP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409A089-2D43-3A8E-1AEF-35A8194C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hr-HR" sz="1600" b="1"/>
              <a:t>Koraci:</a:t>
            </a:r>
            <a:endParaRPr lang="hr-HR" sz="1600"/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Otvoriti stranicu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Pritisnuti na gumb Log In -&gt; korisnik je preusmjeren na stranicu za log in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Pritisnuti na "New to here? Sign Up"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Unijeti Email: "selenium.testing</a:t>
            </a:r>
            <a:r>
              <a:rPr lang="ko-KR" altLang="en-US" sz="1600"/>
              <a:t>ㅤ</a:t>
            </a:r>
            <a:r>
              <a:rPr lang="en-US" altLang="ko-KR" sz="1600"/>
              <a:t>@</a:t>
            </a:r>
            <a:r>
              <a:rPr lang="ko-KR" altLang="en-US" sz="1600"/>
              <a:t>ㅤ</a:t>
            </a:r>
            <a:r>
              <a:rPr lang="hr-HR" sz="1600"/>
              <a:t>testing.test"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Unijeti Username: "Selenium Testing"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Unijeti Password: "test123"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1600"/>
              <a:t>Pritisnuti gumb Sign Up -&gt; korisnik je registriran i preusmjeren na početni zaslon</a:t>
            </a:r>
          </a:p>
          <a:p>
            <a:r>
              <a:rPr lang="hr-HR" sz="1600" b="1"/>
              <a:t>Očekivani rezultat:</a:t>
            </a:r>
            <a:r>
              <a:rPr lang="hr-HR" sz="1600"/>
              <a:t> Korisnik je uspješno registriran i preusmjeren na početnu stranicu.</a:t>
            </a:r>
          </a:p>
          <a:p>
            <a:br>
              <a:rPr lang="hr-HR" sz="1600"/>
            </a:br>
            <a:r>
              <a:rPr lang="hr-HR" sz="1600" b="1"/>
              <a:t>Dobiveni rezultat:</a:t>
            </a:r>
            <a:r>
              <a:rPr lang="hr-HR" sz="1600"/>
              <a:t> Test je uspješno izvršen, korisnik je registriran i preusmjeren na početnu stranicu.</a:t>
            </a:r>
          </a:p>
          <a:p>
            <a:r>
              <a:rPr lang="hr-HR" sz="1600" b="1"/>
              <a:t>Rubni slučaj:</a:t>
            </a:r>
            <a:r>
              <a:rPr lang="hr-HR" sz="1600"/>
              <a:t> Korisnik unese Email ili Username koji već postoji -&gt; iskače prozor koji obavješta korisnika o tome da je Email ili Username već u uporabi, korisnik nije preusmjeren na početnu stranicu.</a:t>
            </a:r>
          </a:p>
        </p:txBody>
      </p:sp>
    </p:spTree>
    <p:extLst>
      <p:ext uri="{BB962C8B-B14F-4D97-AF65-F5344CB8AC3E}">
        <p14:creationId xmlns:p14="http://schemas.microsoft.com/office/powerpoint/2010/main" val="4073902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6A5B44D2-2E31-09E0-7078-3A8CC60EC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112FA22B-D7C3-350C-1B40-BA733D4B5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097" y="2088293"/>
            <a:ext cx="6126314" cy="3599208"/>
          </a:xfrm>
          <a:prstGeom prst="rect">
            <a:avLst/>
          </a:prstGeom>
        </p:spPr>
      </p:pic>
      <p:pic>
        <p:nvPicPr>
          <p:cNvPr id="8" name="Rezervirano mjesto sadržaja 7">
            <a:extLst>
              <a:ext uri="{FF2B5EF4-FFF2-40B4-BE49-F238E27FC236}">
                <a16:creationId xmlns:a16="http://schemas.microsoft.com/office/drawing/2014/main" id="{2DF9C191-BD0C-6B2A-03EE-50E3409FDF1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6096000" y="2088293"/>
            <a:ext cx="6127783" cy="36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37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zervirano mjesto sadržaja 4" descr="Slika na kojoj se prikazuje tekst, softver, Font, web-stranica&#10;&#10;Sadržaj generiran uz AI možda nije točan.">
            <a:extLst>
              <a:ext uri="{FF2B5EF4-FFF2-40B4-BE49-F238E27FC236}">
                <a16:creationId xmlns:a16="http://schemas.microsoft.com/office/drawing/2014/main" id="{01F1CFB1-C52D-FE9C-748E-592C1C08A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9932" y="247135"/>
            <a:ext cx="12391864" cy="54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03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50797-AC14-7627-2CD2-2C879E90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D1E7801-25B5-4525-0641-8DF28274D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BDB4E2-C40C-F5A9-61B5-98B3D6623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7633C-A44C-E93A-6A01-E7E9A2A14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1A4386-9C90-167D-2B28-C7B6123B1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ACF1D0-9BC9-2794-9727-CC80A9163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3791EC62-E5F9-8025-2605-FB7D6DD0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z="4000" dirty="0">
                <a:solidFill>
                  <a:schemeClr val="bg1"/>
                </a:solidFill>
              </a:rPr>
              <a:t>Log </a:t>
            </a:r>
            <a:r>
              <a:rPr lang="hr-HR" sz="4000" dirty="0" err="1">
                <a:solidFill>
                  <a:schemeClr val="bg1"/>
                </a:solidFill>
              </a:rPr>
              <a:t>in</a:t>
            </a:r>
            <a:r>
              <a:rPr lang="hr-HR" sz="4000" dirty="0">
                <a:solidFill>
                  <a:schemeClr val="bg1"/>
                </a:solidFill>
              </a:rPr>
              <a:t> test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F2C57DD-51C5-1F37-CD0C-EA64AB3B4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73" y="1708666"/>
            <a:ext cx="6164226" cy="47961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r-HR" dirty="0"/>
              <a:t>Koraci: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Otvoriti stranicu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Pritisnuti na gumb Log In -&gt; korisnik je preusmjeren na stranicu za log </a:t>
            </a:r>
            <a:r>
              <a:rPr lang="hr-HR" dirty="0" err="1"/>
              <a:t>in</a:t>
            </a:r>
            <a:endParaRPr lang="hr-HR" dirty="0"/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Unijeti </a:t>
            </a:r>
            <a:r>
              <a:rPr lang="hr-HR" dirty="0" err="1"/>
              <a:t>Username</a:t>
            </a:r>
            <a:r>
              <a:rPr lang="hr-HR" dirty="0"/>
              <a:t>: "</a:t>
            </a:r>
            <a:r>
              <a:rPr lang="hr-HR" dirty="0" err="1"/>
              <a:t>Selenium</a:t>
            </a:r>
            <a:r>
              <a:rPr lang="hr-HR" dirty="0"/>
              <a:t> </a:t>
            </a:r>
            <a:r>
              <a:rPr lang="hr-HR" dirty="0" err="1"/>
              <a:t>Testing</a:t>
            </a:r>
            <a:r>
              <a:rPr lang="hr-HR" dirty="0"/>
              <a:t>"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Unijeti Password: "test123"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Pritisnuti gumb Log In -&gt; korisniku iskače prozor s porukom "Login </a:t>
            </a:r>
            <a:r>
              <a:rPr lang="hr-HR" dirty="0" err="1"/>
              <a:t>successful</a:t>
            </a:r>
            <a:r>
              <a:rPr lang="hr-HR" dirty="0"/>
              <a:t>!" i gumbom za preusmjeravanje na početni zaslon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Pritisnuti gumb "</a:t>
            </a:r>
            <a:r>
              <a:rPr lang="hr-HR" dirty="0" err="1"/>
              <a:t>Go</a:t>
            </a:r>
            <a:r>
              <a:rPr lang="hr-HR" dirty="0"/>
              <a:t> To Front Page" -&gt; korisnik je preusmjeren na početni zaslon</a:t>
            </a:r>
          </a:p>
          <a:p>
            <a:endParaRPr lang="hr-HR" dirty="0"/>
          </a:p>
          <a:p>
            <a:endParaRPr lang="hr-HR" dirty="0"/>
          </a:p>
        </p:txBody>
      </p:sp>
      <p:pic>
        <p:nvPicPr>
          <p:cNvPr id="4" name="Rezervirano mjesto sadržaja 5">
            <a:extLst>
              <a:ext uri="{FF2B5EF4-FFF2-40B4-BE49-F238E27FC236}">
                <a16:creationId xmlns:a16="http://schemas.microsoft.com/office/drawing/2014/main" id="{95A2E532-D544-9E25-FA7A-789689B47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496" y="2898682"/>
            <a:ext cx="6262577" cy="30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64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A1046-3F7F-0222-2C0F-B3E49C2C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9734A2-8D4B-872E-209A-96E579078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5E53AA-E414-A4DF-BFDE-C0DCF616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D02A0-4743-30DB-BB70-BA60B5359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1B9F76-67A3-C63C-C1D2-E00FA168E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CAC067-330D-6FAE-3246-E8824700D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3EBDE3FD-A022-0D9A-9477-67765A00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79" y="542206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hr-HR" sz="4000" b="1" dirty="0">
                <a:solidFill>
                  <a:schemeClr val="bg1"/>
                </a:solidFill>
              </a:rPr>
              <a:t>New </a:t>
            </a:r>
            <a:r>
              <a:rPr lang="hr-HR" sz="4000" b="1" dirty="0" err="1">
                <a:solidFill>
                  <a:schemeClr val="bg1"/>
                </a:solidFill>
              </a:rPr>
              <a:t>Listing</a:t>
            </a:r>
            <a:r>
              <a:rPr lang="hr-HR" sz="4000" b="1" dirty="0">
                <a:solidFill>
                  <a:schemeClr val="bg1"/>
                </a:solidFill>
              </a:rPr>
              <a:t> test</a:t>
            </a:r>
            <a:br>
              <a:rPr lang="hr-HR" sz="4000" b="1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7B8A67B4-D1E4-9B38-7E42-224C06172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9222" y="1750681"/>
            <a:ext cx="5396201" cy="4797425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966C8160-2D14-0C10-6BF3-86C41145D6AB}"/>
              </a:ext>
            </a:extLst>
          </p:cNvPr>
          <p:cNvSpPr txBox="1"/>
          <p:nvPr/>
        </p:nvSpPr>
        <p:spPr>
          <a:xfrm>
            <a:off x="166577" y="1750681"/>
            <a:ext cx="59294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/>
              <a:t>Koraci: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Otvoriti stranicu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Pritisnuti na gumb My </a:t>
            </a:r>
            <a:r>
              <a:rPr lang="hr-HR" sz="2400" dirty="0" err="1"/>
              <a:t>Account</a:t>
            </a:r>
            <a:r>
              <a:rPr lang="hr-HR" sz="2400" dirty="0"/>
              <a:t> -&gt; otvara se padajući izbornik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Pritisnuti na gumb Make New </a:t>
            </a:r>
            <a:r>
              <a:rPr lang="hr-HR" sz="2400" dirty="0" err="1"/>
              <a:t>Listing</a:t>
            </a:r>
            <a:r>
              <a:rPr lang="hr-HR" sz="2400" dirty="0"/>
              <a:t> -&gt; korisnik je preusmjeren na stranicu za stvaranje novog </a:t>
            </a:r>
            <a:r>
              <a:rPr lang="hr-HR" sz="2400" dirty="0" err="1"/>
              <a:t>Listing</a:t>
            </a:r>
            <a:r>
              <a:rPr lang="hr-HR" sz="2400" dirty="0"/>
              <a:t>-a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Unos podataka o igri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Pritisnuti gumb </a:t>
            </a:r>
            <a:r>
              <a:rPr lang="hr-HR" sz="2400" dirty="0" err="1"/>
              <a:t>Submit</a:t>
            </a:r>
            <a:r>
              <a:rPr lang="hr-HR" sz="2400" dirty="0"/>
              <a:t> -&gt; iskače prozor s porukom "</a:t>
            </a:r>
            <a:r>
              <a:rPr lang="hr-HR" sz="2400" dirty="0" err="1"/>
              <a:t>Listing</a:t>
            </a:r>
            <a:r>
              <a:rPr lang="hr-HR" sz="2400" dirty="0"/>
              <a:t> </a:t>
            </a:r>
            <a:r>
              <a:rPr lang="hr-HR" sz="2400" dirty="0" err="1"/>
              <a:t>added</a:t>
            </a:r>
            <a:r>
              <a:rPr lang="hr-HR" sz="2400" dirty="0"/>
              <a:t> </a:t>
            </a:r>
            <a:r>
              <a:rPr lang="hr-HR" sz="2400" dirty="0" err="1"/>
              <a:t>successfully</a:t>
            </a:r>
            <a:r>
              <a:rPr lang="hr-HR" sz="2400" dirty="0"/>
              <a:t>" i gumbom "OK"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400" dirty="0"/>
              <a:t>Pritisnuti gumb OK -&gt; korisnik je preusmjeren na stranicu </a:t>
            </a:r>
            <a:r>
              <a:rPr lang="hr-HR" sz="2400" dirty="0" err="1"/>
              <a:t>MyListings</a:t>
            </a:r>
            <a:endParaRPr lang="hr-HR" sz="2400" dirty="0"/>
          </a:p>
          <a:p>
            <a:br>
              <a:rPr lang="hr-HR" sz="2400" dirty="0"/>
            </a:b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522197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17394-6C57-2B55-EB79-33CED2EB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37E374B-E342-3447-AF9B-B5FE0FBC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B00FEB-13BC-9B29-EAD3-10D89D054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D80795-676B-52F8-106A-BBD3E4971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3F77FD-66C2-6F6A-7530-AFEBE05E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32F26-A506-DC74-E9F2-32EE805E7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1EE8B412-228D-AEBE-6F7A-D5CC9D799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36" y="388663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b="1" dirty="0" err="1">
                <a:solidFill>
                  <a:schemeClr val="bg1"/>
                </a:solidFill>
              </a:rPr>
              <a:t>Offer</a:t>
            </a:r>
            <a:r>
              <a:rPr lang="hr-HR" b="1" dirty="0">
                <a:solidFill>
                  <a:schemeClr val="bg1"/>
                </a:solidFill>
              </a:rPr>
              <a:t> Exchange test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FE45473B-C9DB-B201-6D6F-528140457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4753" y="2117667"/>
            <a:ext cx="7010400" cy="3800475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A54390E8-A90C-F188-F63C-CBB089ED2F73}"/>
              </a:ext>
            </a:extLst>
          </p:cNvPr>
          <p:cNvSpPr txBox="1"/>
          <p:nvPr/>
        </p:nvSpPr>
        <p:spPr>
          <a:xfrm>
            <a:off x="74428" y="1576447"/>
            <a:ext cx="530564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Koraci: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Otvoriti stranicu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na gumb </a:t>
            </a:r>
            <a:r>
              <a:rPr lang="hr-HR" sz="2000" dirty="0" err="1"/>
              <a:t>Browse</a:t>
            </a:r>
            <a:r>
              <a:rPr lang="hr-HR" sz="2000" dirty="0"/>
              <a:t> All </a:t>
            </a:r>
            <a:r>
              <a:rPr lang="hr-HR" sz="2000" dirty="0" err="1"/>
              <a:t>Games</a:t>
            </a:r>
            <a:r>
              <a:rPr lang="hr-HR" sz="2000" dirty="0"/>
              <a:t> -&gt; korisnik je preusmjeren na stranicu sa svim oglasima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na oglas -&gt; korisnik je preusmjeren na stranicu oglasa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na gumb </a:t>
            </a:r>
            <a:r>
              <a:rPr lang="hr-HR" sz="2000" dirty="0" err="1"/>
              <a:t>Offer</a:t>
            </a:r>
            <a:r>
              <a:rPr lang="hr-HR" sz="2000" dirty="0"/>
              <a:t> Exchange -&gt; iskače prozor sa listom igara koje korisnik može ponuditi za </a:t>
            </a:r>
            <a:r>
              <a:rPr lang="hr-HR" sz="2000" dirty="0" err="1"/>
              <a:t>zamijenu</a:t>
            </a:r>
            <a:endParaRPr lang="hr-HR" sz="2000" dirty="0"/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Označi igru kao ponudu za </a:t>
            </a:r>
            <a:r>
              <a:rPr lang="hr-HR" sz="2000" dirty="0" err="1"/>
              <a:t>zamijenu</a:t>
            </a:r>
            <a:endParaRPr lang="hr-HR" sz="2000" dirty="0"/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gumb </a:t>
            </a:r>
            <a:r>
              <a:rPr lang="hr-HR" sz="2000" dirty="0" err="1"/>
              <a:t>Offer</a:t>
            </a:r>
            <a:endParaRPr lang="hr-HR" sz="2000" dirty="0"/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na gumb My </a:t>
            </a:r>
            <a:r>
              <a:rPr lang="hr-HR" sz="2000" dirty="0" err="1"/>
              <a:t>Account</a:t>
            </a:r>
            <a:r>
              <a:rPr lang="hr-HR" sz="2000" dirty="0"/>
              <a:t> -&gt; otvara se padajući izbornik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2000" dirty="0"/>
              <a:t>Pritisnuti na gumb My </a:t>
            </a:r>
            <a:r>
              <a:rPr lang="hr-HR" sz="2000" dirty="0" err="1"/>
              <a:t>Offers</a:t>
            </a:r>
            <a:r>
              <a:rPr lang="hr-HR" sz="2000" dirty="0"/>
              <a:t> -&gt; korisnik je </a:t>
            </a:r>
            <a:r>
              <a:rPr lang="hr-HR" sz="2000" dirty="0" err="1"/>
              <a:t>preusmijeren</a:t>
            </a:r>
            <a:r>
              <a:rPr lang="hr-HR" sz="2000" dirty="0"/>
              <a:t> na stranicu My </a:t>
            </a:r>
            <a:r>
              <a:rPr lang="hr-HR" sz="2000" dirty="0" err="1"/>
              <a:t>Offers</a:t>
            </a:r>
            <a:r>
              <a:rPr lang="hr-HR" sz="2000" dirty="0"/>
              <a:t> gdje je vidljiva ponuda za </a:t>
            </a:r>
            <a:r>
              <a:rPr lang="hr-HR" sz="2000" dirty="0" err="1"/>
              <a:t>zamijenu</a:t>
            </a:r>
            <a:endParaRPr lang="hr-HR" sz="2000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11671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3A1FDD9-10DB-B69F-6393-2B09F3BC4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4454" y="3006586"/>
            <a:ext cx="7284935" cy="2732297"/>
          </a:xfrm>
        </p:spPr>
        <p:txBody>
          <a:bodyPr anchor="t">
            <a:normAutofit/>
          </a:bodyPr>
          <a:lstStyle/>
          <a:p>
            <a:pPr algn="l"/>
            <a:r>
              <a:rPr lang="hr-HR" sz="4800">
                <a:solidFill>
                  <a:srgbClr val="FFFFFF"/>
                </a:solidFill>
              </a:rPr>
              <a:t>Zaključak</a:t>
            </a:r>
          </a:p>
        </p:txBody>
      </p:sp>
      <p:sp>
        <p:nvSpPr>
          <p:cNvPr id="4" name="Podnaslov 3">
            <a:extLst>
              <a:ext uri="{FF2B5EF4-FFF2-40B4-BE49-F238E27FC236}">
                <a16:creationId xmlns:a16="http://schemas.microsoft.com/office/drawing/2014/main" id="{2FBFF6B1-04FC-769C-8EF2-4B42E9635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4454" y="667911"/>
            <a:ext cx="6755642" cy="1296368"/>
          </a:xfrm>
        </p:spPr>
        <p:txBody>
          <a:bodyPr anchor="b">
            <a:normAutofit/>
          </a:bodyPr>
          <a:lstStyle/>
          <a:p>
            <a:pPr algn="l"/>
            <a:endParaRPr lang="hr-H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27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B05C3-FC9E-444D-4271-5BDDC87F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FF8B816-3837-17B6-07D2-71C891657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C6125-8494-DF9D-C6FF-96A754E32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6CF270-BF51-CFB4-AD62-966642803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1EB059-CAC9-2EE7-D28D-940BDBA8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C86FD-86B6-B49A-E4BA-7A6747BC8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slov 8">
            <a:extLst>
              <a:ext uri="{FF2B5EF4-FFF2-40B4-BE49-F238E27FC236}">
                <a16:creationId xmlns:a16="http://schemas.microsoft.com/office/drawing/2014/main" id="{AE51027E-BE7F-D840-4E95-990DD6F3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36" y="388663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Izazovi i novo stečena znanja</a:t>
            </a:r>
            <a:endParaRPr lang="hr-HR" b="1" dirty="0">
              <a:solidFill>
                <a:schemeClr val="bg1"/>
              </a:solidFill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22C2C0E7-3707-6720-C6D5-A30A0FF2F332}"/>
              </a:ext>
            </a:extLst>
          </p:cNvPr>
          <p:cNvSpPr txBox="1"/>
          <p:nvPr/>
        </p:nvSpPr>
        <p:spPr>
          <a:xfrm>
            <a:off x="335750" y="2391017"/>
            <a:ext cx="53056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b="1" dirty="0"/>
              <a:t>Izazovi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400" dirty="0"/>
              <a:t>Odabir arhitekture sustava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400" dirty="0"/>
              <a:t>Rad s novom bazom podataka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400" dirty="0"/>
              <a:t>Implementacija </a:t>
            </a:r>
            <a:r>
              <a:rPr lang="hr-HR" sz="1400" dirty="0" err="1"/>
              <a:t>OAuth</a:t>
            </a:r>
            <a:r>
              <a:rPr lang="hr-HR" sz="1400" dirty="0"/>
              <a:t> 2.0 autentifikacije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400" dirty="0"/>
              <a:t>Integracija vanjskih sustava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400" dirty="0"/>
              <a:t>Sinkronizacija rada tima</a:t>
            </a:r>
          </a:p>
          <a:p>
            <a:endParaRPr lang="hr-HR" sz="14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9B47E43-B3D8-E590-830C-9196365F0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145" y="1674921"/>
            <a:ext cx="10515600" cy="5750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1400" b="1" dirty="0"/>
              <a:t>Stečena znanja:</a:t>
            </a:r>
          </a:p>
          <a:p>
            <a:pPr marL="0" indent="0">
              <a:buNone/>
            </a:pPr>
            <a:r>
              <a:rPr lang="hr-HR" sz="1400" b="1" dirty="0"/>
              <a:t>Timski rad</a:t>
            </a:r>
          </a:p>
          <a:p>
            <a:pPr marL="285750" indent="-285750"/>
            <a:r>
              <a:rPr lang="hr-HR" sz="1400" dirty="0"/>
              <a:t>Iskustvo rada u razvojnom timu</a:t>
            </a:r>
          </a:p>
          <a:p>
            <a:pPr marL="285750" indent="-285750"/>
            <a:r>
              <a:rPr lang="hr-HR" sz="1400" dirty="0"/>
              <a:t>Važnost komunikacije i suradnje</a:t>
            </a:r>
          </a:p>
          <a:p>
            <a:pPr marL="0" indent="0">
              <a:buNone/>
            </a:pPr>
            <a:r>
              <a:rPr lang="hr-HR" sz="1400" b="1" dirty="0"/>
              <a:t>Planiranje</a:t>
            </a:r>
          </a:p>
          <a:p>
            <a:pPr marL="285750" indent="-285750"/>
            <a:r>
              <a:rPr lang="hr-HR" sz="1400" dirty="0"/>
              <a:t>Pravovremeno rješavanje problema</a:t>
            </a:r>
          </a:p>
          <a:p>
            <a:pPr marL="285750" indent="-285750"/>
            <a:r>
              <a:rPr lang="hr-HR" sz="1400" dirty="0"/>
              <a:t>Praćenje rokova i vođenje bilješki</a:t>
            </a:r>
          </a:p>
          <a:p>
            <a:pPr marL="0" indent="0">
              <a:buNone/>
            </a:pPr>
            <a:r>
              <a:rPr lang="hr-HR" sz="1400" b="1" dirty="0" err="1"/>
              <a:t>Debugiranje</a:t>
            </a:r>
            <a:endParaRPr lang="hr-HR" sz="1400" b="1" dirty="0"/>
          </a:p>
          <a:p>
            <a:pPr marL="285750" indent="-285750"/>
            <a:r>
              <a:rPr lang="hr-HR" sz="1400" dirty="0"/>
              <a:t>Prepoznavanje i ispravljanje pogrešaka</a:t>
            </a:r>
          </a:p>
          <a:p>
            <a:pPr marL="285750" indent="-285750"/>
            <a:r>
              <a:rPr lang="hr-HR" sz="1400" dirty="0"/>
              <a:t>Važnost testiranja i strpljenja</a:t>
            </a:r>
          </a:p>
          <a:p>
            <a:pPr marL="0" indent="0">
              <a:buNone/>
            </a:pPr>
            <a:r>
              <a:rPr lang="hr-HR" sz="1400" b="1" dirty="0"/>
              <a:t>Dokumentacija</a:t>
            </a:r>
          </a:p>
          <a:p>
            <a:pPr marL="285750" indent="-285750"/>
            <a:r>
              <a:rPr lang="hr-HR" sz="1400" dirty="0"/>
              <a:t>Dokumentacija kao pomoć timu i budućim korisnicima</a:t>
            </a:r>
          </a:p>
          <a:p>
            <a:pPr marL="285750" indent="-285750"/>
            <a:r>
              <a:rPr lang="hr-HR" sz="1400" dirty="0"/>
              <a:t>Pregled i razumijevanje sustava</a:t>
            </a:r>
          </a:p>
          <a:p>
            <a:pPr marL="0" indent="0">
              <a:buNone/>
            </a:pPr>
            <a:r>
              <a:rPr lang="hr-HR" sz="1400" b="1" dirty="0"/>
              <a:t>Nove tehnologije</a:t>
            </a:r>
          </a:p>
          <a:p>
            <a:pPr marL="285750" indent="-285750"/>
            <a:r>
              <a:rPr lang="hr-HR" sz="1400" dirty="0"/>
              <a:t>Rad s novim alatima i tehnologijama</a:t>
            </a:r>
          </a:p>
          <a:p>
            <a:pPr marL="285750" indent="-285750"/>
            <a:r>
              <a:rPr lang="hr-HR" sz="1400" dirty="0"/>
              <a:t>MS Azure, </a:t>
            </a:r>
            <a:r>
              <a:rPr lang="hr-HR" sz="1400" dirty="0" err="1"/>
              <a:t>MongoDB</a:t>
            </a:r>
            <a:r>
              <a:rPr lang="hr-HR" sz="1400" dirty="0"/>
              <a:t>, </a:t>
            </a:r>
            <a:r>
              <a:rPr lang="hr-HR" sz="1400" dirty="0" err="1"/>
              <a:t>OAuth</a:t>
            </a:r>
            <a:r>
              <a:rPr lang="hr-HR" sz="1400" dirty="0"/>
              <a:t> 2.0, </a:t>
            </a:r>
            <a:r>
              <a:rPr lang="hr-HR" sz="1400" dirty="0" err="1"/>
              <a:t>Postman</a:t>
            </a:r>
            <a:endParaRPr lang="hr-HR" sz="1400" dirty="0"/>
          </a:p>
          <a:p>
            <a:endParaRPr lang="hr-HR" sz="1400" dirty="0"/>
          </a:p>
          <a:p>
            <a:pPr marL="0" indent="0">
              <a:buNone/>
            </a:pPr>
            <a:endParaRPr lang="hr-HR" sz="1400" dirty="0"/>
          </a:p>
        </p:txBody>
      </p:sp>
    </p:spTree>
    <p:extLst>
      <p:ext uri="{BB962C8B-B14F-4D97-AF65-F5344CB8AC3E}">
        <p14:creationId xmlns:p14="http://schemas.microsoft.com/office/powerpoint/2010/main" val="469572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06BD250-1E08-A086-CD14-6B687288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r-HR" sz="40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F6F138C-AEAF-F8A4-7923-165F6364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sz="3200" b="1" dirty="0"/>
              <a:t>Ograničenja</a:t>
            </a:r>
          </a:p>
          <a:p>
            <a:r>
              <a:rPr lang="hr-HR" sz="3200" dirty="0"/>
              <a:t>Vremenska ograničenja razvoja</a:t>
            </a:r>
          </a:p>
          <a:p>
            <a:r>
              <a:rPr lang="hr-HR" sz="3200" dirty="0"/>
              <a:t>Ograničen budžet projekta</a:t>
            </a:r>
          </a:p>
          <a:p>
            <a:pPr marL="0" indent="0">
              <a:buNone/>
            </a:pPr>
            <a:r>
              <a:rPr lang="hr-HR" sz="3200" b="1" dirty="0"/>
              <a:t>Funkcionalnosti koje nisu implementirane</a:t>
            </a:r>
          </a:p>
          <a:p>
            <a:r>
              <a:rPr lang="hr-HR" sz="3200" dirty="0"/>
              <a:t>/</a:t>
            </a:r>
          </a:p>
          <a:p>
            <a:pPr marL="0" indent="0">
              <a:buNone/>
            </a:pP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2560486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E39907C2-F01D-2814-36F3-671369D08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hr-HR" sz="4800" dirty="0">
                <a:solidFill>
                  <a:srgbClr val="FFFFFF"/>
                </a:solidFill>
              </a:rPr>
              <a:t>Hvala na pažnji</a:t>
            </a:r>
          </a:p>
        </p:txBody>
      </p:sp>
      <p:sp>
        <p:nvSpPr>
          <p:cNvPr id="6" name="Podnaslov 5">
            <a:extLst>
              <a:ext uri="{FF2B5EF4-FFF2-40B4-BE49-F238E27FC236}">
                <a16:creationId xmlns:a16="http://schemas.microsoft.com/office/drawing/2014/main" id="{79B3D47F-A98F-8EB9-313D-490767778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hr-H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482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1063</Words>
  <Application>Microsoft Office PowerPoint</Application>
  <PresentationFormat>Widescreen</PresentationFormat>
  <Paragraphs>178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Tema sustava Office</vt:lpstr>
      <vt:lpstr>PlayTrade</vt:lpstr>
      <vt:lpstr>Projektni zadatak</vt:lpstr>
      <vt:lpstr>PowerPoint Presentation</vt:lpstr>
      <vt:lpstr>Postojeća slična rješenja</vt:lpstr>
      <vt:lpstr>BoardGamesSwap</vt:lpstr>
      <vt:lpstr>Facebook i Reddit grupe </vt:lpstr>
      <vt:lpstr>BoardGameGeek </vt:lpstr>
      <vt:lpstr>Funkcionalni Zahtjevi</vt:lpstr>
      <vt:lpstr>Funkcionalni zahtjevi visokog prioriteta</vt:lpstr>
      <vt:lpstr>Funkcionalni zahtjevi visokog prioriteta</vt:lpstr>
      <vt:lpstr>Funkcionalni zahtjevi visokog prioriteta</vt:lpstr>
      <vt:lpstr>Dionici</vt:lpstr>
      <vt:lpstr>Aktori</vt:lpstr>
      <vt:lpstr>Aktori</vt:lpstr>
      <vt:lpstr>Arhitektura sustav</vt:lpstr>
      <vt:lpstr>Stil arhitekture</vt:lpstr>
      <vt:lpstr>Sustav je podijeljen u tri glavna podsustava</vt:lpstr>
      <vt:lpstr>Frontend podsustav (React) </vt:lpstr>
      <vt:lpstr>Backend podsustav (Node.js/Express) </vt:lpstr>
      <vt:lpstr>Baza podataka (MongoDB) </vt:lpstr>
      <vt:lpstr>Mrežni protokoli</vt:lpstr>
      <vt:lpstr>UML DIJAGRAM AKTIVNOSTI</vt:lpstr>
      <vt:lpstr>UML DIJAGRAM KOMPONENATA</vt:lpstr>
      <vt:lpstr>DIJAGRAM RAZMJEŠTAJA</vt:lpstr>
      <vt:lpstr>ISPITIVANJE KOMPONENTI</vt:lpstr>
      <vt:lpstr>Testiranje filtera Difficulty i Number Of Players </vt:lpstr>
      <vt:lpstr>Testiranje search funkcionalnosti </vt:lpstr>
      <vt:lpstr>Testiranje login funkcionalnosti</vt:lpstr>
      <vt:lpstr>ISPITIVANJE SUSTAVA</vt:lpstr>
      <vt:lpstr>Sign up test </vt:lpstr>
      <vt:lpstr>PowerPoint Presentation</vt:lpstr>
      <vt:lpstr>PowerPoint Presentation</vt:lpstr>
      <vt:lpstr>Log in test</vt:lpstr>
      <vt:lpstr>New Listing test </vt:lpstr>
      <vt:lpstr>Offer Exchange test</vt:lpstr>
      <vt:lpstr>Zaključak</vt:lpstr>
      <vt:lpstr>Izazovi i novo stečena znanja</vt:lpstr>
      <vt:lpstr> 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 Čikotić</dc:creator>
  <cp:lastModifiedBy>Niko Knežević</cp:lastModifiedBy>
  <cp:revision>40</cp:revision>
  <dcterms:created xsi:type="dcterms:W3CDTF">2026-01-23T10:56:27Z</dcterms:created>
  <dcterms:modified xsi:type="dcterms:W3CDTF">2026-01-23T16:43:50Z</dcterms:modified>
</cp:coreProperties>
</file>